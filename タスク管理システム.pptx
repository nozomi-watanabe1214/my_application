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98" r:id="rId1"/>
  </p:sldMasterIdLst>
  <p:sldIdLst>
    <p:sldId id="256" r:id="rId2"/>
    <p:sldId id="257" r:id="rId3"/>
    <p:sldId id="258" r:id="rId4"/>
    <p:sldId id="259" r:id="rId5"/>
    <p:sldId id="261" r:id="rId6"/>
    <p:sldId id="260"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2" d="100"/>
          <a:sy n="62" d="100"/>
        </p:scale>
        <p:origin x="828" y="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39" y="1033272"/>
            <a:ext cx="5892073" cy="3895344"/>
          </a:xfrm>
        </p:spPr>
        <p:txBody>
          <a:bodyPr vert="horz" lIns="91440" tIns="45720" rIns="91440" bIns="45720" rtlCol="0" anchor="t">
            <a:normAutofit/>
          </a:bodyPr>
          <a:lstStyle>
            <a:lvl1pPr>
              <a:defRPr lang="en-US" sz="8000" dirty="0">
                <a:solidFill>
                  <a:schemeClr val="tx2"/>
                </a:solidFill>
              </a:defRPr>
            </a:lvl1pPr>
          </a:lstStyle>
          <a:p>
            <a:pPr lvl="0"/>
            <a:r>
              <a:rPr lang="ja-JP" altLang="en-US"/>
              <a:t>マスター タイトルの書式設定</a:t>
            </a:r>
            <a:endParaRPr lang="en-US" dirty="0"/>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40" y="5733288"/>
            <a:ext cx="5892071" cy="795528"/>
          </a:xfrm>
        </p:spPr>
        <p:txBody>
          <a:bodyPr vert="horz" lIns="91440" tIns="45720" rIns="91440" bIns="45720" rtlCol="0" anchor="ctr">
            <a:normAutofit/>
          </a:bodyPr>
          <a:lstStyle>
            <a:lvl1pPr marL="0" indent="0">
              <a:buNone/>
              <a:defRPr lang="en-US" dirty="0">
                <a:solidFill>
                  <a:schemeClr val="tx2"/>
                </a:solidFill>
              </a:defRPr>
            </a:lvl1pPr>
          </a:lstStyle>
          <a:p>
            <a:pPr lvl="0"/>
            <a:r>
              <a:rPr lang="ja-JP" altLang="en-US"/>
              <a:t>マスター サブタイトルの書式設定</a:t>
            </a:r>
            <a:endParaRPr lang="en-US" dirty="0"/>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p:txBody>
          <a:bodyPr/>
          <a:lstStyle>
            <a:lvl1pPr>
              <a:defRPr>
                <a:solidFill>
                  <a:schemeClr val="tx2"/>
                </a:solidFill>
              </a:defRPr>
            </a:lvl1pPr>
          </a:lstStyle>
          <a:p>
            <a:endParaRPr kumimoji="1" lang="ja-JP" altLang="en-US"/>
          </a:p>
        </p:txBody>
      </p:sp>
      <p:sp>
        <p:nvSpPr>
          <p:cNvPr id="11" name="Picture Placeholder 10">
            <a:extLst>
              <a:ext uri="{FF2B5EF4-FFF2-40B4-BE49-F238E27FC236}">
                <a16:creationId xmlns:a16="http://schemas.microsoft.com/office/drawing/2014/main" id="{1F08B46D-341A-2502-FE91-2C5EF771037B}"/>
              </a:ext>
            </a:extLst>
          </p:cNvPr>
          <p:cNvSpPr>
            <a:spLocks noGrp="1"/>
          </p:cNvSpPr>
          <p:nvPr>
            <p:ph type="pic" sz="quarter" idx="13" hasCustomPrompt="1"/>
          </p:nvPr>
        </p:nvSpPr>
        <p:spPr>
          <a:xfrm>
            <a:off x="6931152" y="793817"/>
            <a:ext cx="5260848" cy="6064181"/>
          </a:xfrm>
          <a:blipFill>
            <a:blip r:embed="rId2">
              <a:alphaModFix amt="80000"/>
            </a:blip>
            <a:stretch>
              <a:fillRect/>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a:xfrm>
            <a:off x="6938587" y="207982"/>
            <a:ext cx="2662798" cy="413360"/>
          </a:xfrm>
        </p:spPr>
        <p:txBody>
          <a:bodyPr/>
          <a:lstStyle>
            <a:lvl1pPr>
              <a:defRPr>
                <a:solidFill>
                  <a:schemeClr val="tx2"/>
                </a:solidFill>
              </a:defRPr>
            </a:lvl1p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a:lstStyle>
            <a:lvl1pPr>
              <a:defRPr>
                <a:solidFill>
                  <a:schemeClr val="tx2"/>
                </a:solidFill>
              </a:defRPr>
            </a:lvl1pPr>
          </a:lstStyle>
          <a:p>
            <a:fld id="{3A65ADB7-264D-4521-B389-CB8384128B9B}" type="slidenum">
              <a:rPr kumimoji="1" lang="ja-JP" altLang="en-US" smtClean="0"/>
              <a:t>‹#›</a:t>
            </a:fld>
            <a:endParaRPr kumimoji="1" lang="ja-JP" altLang="en-US"/>
          </a:p>
        </p:txBody>
      </p:sp>
      <p:cxnSp>
        <p:nvCxnSpPr>
          <p:cNvPr id="9" name="Straight Connector 8">
            <a:extLst>
              <a:ext uri="{FF2B5EF4-FFF2-40B4-BE49-F238E27FC236}">
                <a16:creationId xmlns:a16="http://schemas.microsoft.com/office/drawing/2014/main" id="{CF2C2C7B-6B47-4A5B-B24C-B316964ABE62}"/>
              </a:ext>
            </a:extLst>
          </p:cNvPr>
          <p:cNvCxnSpPr>
            <a:cxnSpLocks/>
          </p:cNvCxnSpPr>
          <p:nvPr/>
        </p:nvCxnSpPr>
        <p:spPr>
          <a:xfrm flipV="1">
            <a:off x="6929823" y="789558"/>
            <a:ext cx="0" cy="606844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4F32355F-80FD-3956-F8D4-9DF4073D0E2E}"/>
              </a:ext>
            </a:extLst>
          </p:cNvPr>
          <p:cNvCxnSpPr>
            <a:cxnSpLocks/>
          </p:cNvCxnSpPr>
          <p:nvPr/>
        </p:nvCxnSpPr>
        <p:spPr>
          <a:xfrm>
            <a:off x="0" y="5420250"/>
            <a:ext cx="6929823"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0D4DD8B2-0D73-EB9B-9708-67DF28E40F96}"/>
              </a:ext>
            </a:extLst>
          </p:cNvPr>
          <p:cNvCxnSpPr>
            <a:cxnSpLocks/>
          </p:cNvCxnSpPr>
          <p:nvPr/>
        </p:nvCxnSpPr>
        <p:spPr>
          <a:xfrm>
            <a:off x="0" y="791907"/>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7368836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コンテンツ">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612648"/>
            <a:ext cx="11253668" cy="1106424"/>
          </a:xfrm>
        </p:spPr>
        <p:txBody>
          <a:bodyPr/>
          <a:lstStyle>
            <a:lvl1pPr>
              <a:defRPr sz="6600">
                <a:solidFill>
                  <a:schemeClr val="tx2"/>
                </a:solidFill>
              </a:defRPr>
            </a:lvl1p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0559" y="2139696"/>
            <a:ext cx="11253668" cy="428853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9" name="Footer Placeholder 8">
            <a:extLst>
              <a:ext uri="{FF2B5EF4-FFF2-40B4-BE49-F238E27FC236}">
                <a16:creationId xmlns:a16="http://schemas.microsoft.com/office/drawing/2014/main" id="{2D457B6E-DC25-9A54-64F7-98703149B156}"/>
              </a:ext>
            </a:extLst>
          </p:cNvPr>
          <p:cNvSpPr>
            <a:spLocks noGrp="1"/>
          </p:cNvSpPr>
          <p:nvPr>
            <p:ph type="ftr" sz="quarter" idx="11"/>
          </p:nvPr>
        </p:nvSpPr>
        <p:spPr/>
        <p:txBody>
          <a:bodyPr/>
          <a:lstStyle/>
          <a:p>
            <a:endParaRPr kumimoji="1" lang="ja-JP" altLang="en-US"/>
          </a:p>
        </p:txBody>
      </p:sp>
      <p:sp>
        <p:nvSpPr>
          <p:cNvPr id="8" name="Date Placeholder 7">
            <a:extLst>
              <a:ext uri="{FF2B5EF4-FFF2-40B4-BE49-F238E27FC236}">
                <a16:creationId xmlns:a16="http://schemas.microsoft.com/office/drawing/2014/main" id="{D49DF708-DA4E-D117-5CE8-7401A836F675}"/>
              </a:ext>
            </a:extLst>
          </p:cNvPr>
          <p:cNvSpPr>
            <a:spLocks noGrp="1"/>
          </p:cNvSpPr>
          <p:nvPr>
            <p:ph type="dt" sz="half" idx="10"/>
          </p:nvPr>
        </p:nvSpPr>
        <p:spPr/>
        <p:txBody>
          <a:bodyPr/>
          <a:lstStyle/>
          <a:p>
            <a:fld id="{8DC4806F-8A57-40BE-A78D-79608F060769}" type="datetimeFigureOut">
              <a:rPr kumimoji="1" lang="ja-JP" altLang="en-US" smtClean="0"/>
              <a:t>2026/10/8</a:t>
            </a:fld>
            <a:endParaRPr kumimoji="1" lang="ja-JP" altLang="en-US"/>
          </a:p>
        </p:txBody>
      </p:sp>
      <p:sp>
        <p:nvSpPr>
          <p:cNvPr id="10" name="Slide Number Placeholder 9">
            <a:extLst>
              <a:ext uri="{FF2B5EF4-FFF2-40B4-BE49-F238E27FC236}">
                <a16:creationId xmlns:a16="http://schemas.microsoft.com/office/drawing/2014/main" id="{D1AE2728-8254-BE0F-89AB-2D5352D66F0D}"/>
              </a:ext>
            </a:extLst>
          </p:cNvPr>
          <p:cNvSpPr>
            <a:spLocks noGrp="1"/>
          </p:cNvSpPr>
          <p:nvPr>
            <p:ph type="sldNum" sz="quarter" idx="12"/>
          </p:nvPr>
        </p:nvSpPr>
        <p:spPr/>
        <p:txBody>
          <a:bodyPr/>
          <a:lstStyle/>
          <a:p>
            <a:fld id="{3A65ADB7-264D-4521-B389-CB8384128B9B}" type="slidenum">
              <a:rPr kumimoji="1" lang="ja-JP" altLang="en-US" smtClean="0"/>
              <a:t>‹#›</a:t>
            </a:fld>
            <a:endParaRPr kumimoji="1" lang="ja-JP" altLang="en-US"/>
          </a:p>
        </p:txBody>
      </p:sp>
      <p:cxnSp>
        <p:nvCxnSpPr>
          <p:cNvPr id="7" name="Straight Connector 6">
            <a:extLst>
              <a:ext uri="{FF2B5EF4-FFF2-40B4-BE49-F238E27FC236}">
                <a16:creationId xmlns:a16="http://schemas.microsoft.com/office/drawing/2014/main" id="{093DFD8D-B66E-C844-B523-E3C51265F5EA}"/>
              </a:ext>
            </a:extLst>
          </p:cNvPr>
          <p:cNvCxnSpPr>
            <a:cxnSpLocks/>
          </p:cNvCxnSpPr>
          <p:nvPr/>
        </p:nvCxnSpPr>
        <p:spPr>
          <a:xfrm>
            <a:off x="0" y="1805563"/>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807610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with Pictur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40" y="5223554"/>
            <a:ext cx="11430000" cy="914400"/>
          </a:xfrm>
        </p:spPr>
        <p:txBody>
          <a:bodyPr vert="horz" lIns="91440" tIns="45720" rIns="91440" bIns="45720" rtlCol="0" anchor="b">
            <a:normAutofit/>
          </a:bodyPr>
          <a:lstStyle>
            <a:lvl1pPr>
              <a:defRPr lang="en-US" sz="4400" dirty="0"/>
            </a:lvl1pPr>
          </a:lstStyle>
          <a:p>
            <a:pPr lvl="0"/>
            <a:r>
              <a:rPr lang="ja-JP" altLang="en-US"/>
              <a:t>マスター タイトルの書式設定</a:t>
            </a:r>
            <a:endParaRPr lang="en-US" dirty="0"/>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39" y="6083090"/>
            <a:ext cx="11429999" cy="566928"/>
          </a:xfrm>
        </p:spPr>
        <p:txBody>
          <a:bodyPr vert="horz" lIns="91440" tIns="45720" rIns="91440" bIns="45720" rtlCol="0" anchor="ctr">
            <a:normAutofit/>
          </a:bodyPr>
          <a:lstStyle>
            <a:lvl1pPr marL="0" indent="0">
              <a:buNone/>
              <a:defRPr lang="en-US" dirty="0"/>
            </a:lvl1pPr>
          </a:lstStyle>
          <a:p>
            <a:pPr lvl="0"/>
            <a:r>
              <a:rPr lang="ja-JP" altLang="en-US"/>
              <a:t>マスター サブタイトルの書式設定</a:t>
            </a:r>
            <a:endParaRPr lang="en-US" dirty="0"/>
          </a:p>
        </p:txBody>
      </p:sp>
      <p:sp>
        <p:nvSpPr>
          <p:cNvPr id="11" name="Picture Placeholder 10">
            <a:extLst>
              <a:ext uri="{FF2B5EF4-FFF2-40B4-BE49-F238E27FC236}">
                <a16:creationId xmlns:a16="http://schemas.microsoft.com/office/drawing/2014/main" id="{1F08B46D-341A-2502-FE91-2C5EF771037B}"/>
              </a:ext>
            </a:extLst>
          </p:cNvPr>
          <p:cNvSpPr>
            <a:spLocks noGrp="1"/>
          </p:cNvSpPr>
          <p:nvPr>
            <p:ph type="pic" sz="quarter" idx="13" hasCustomPrompt="1"/>
          </p:nvPr>
        </p:nvSpPr>
        <p:spPr>
          <a:xfrm>
            <a:off x="0" y="0"/>
            <a:ext cx="12192000" cy="5069400"/>
          </a:xfrm>
          <a:blipFill>
            <a:blip r:embed="rId2">
              <a:alphaModFix amt="8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p:txBody>
          <a:bodyPr/>
          <a:lstStyle>
            <a:lvl1pPr>
              <a:defRPr>
                <a:solidFill>
                  <a:srgbClr val="FFFFFF"/>
                </a:solidFill>
                <a:effectLst>
                  <a:outerShdw blurRad="38100" dist="38100" dir="2700000" algn="tl">
                    <a:srgbClr val="000000">
                      <a:alpha val="43137"/>
                    </a:srgbClr>
                  </a:outerShdw>
                </a:effectLst>
              </a:defRPr>
            </a:lvl1pPr>
          </a:lstStyle>
          <a:p>
            <a:endParaRPr kumimoji="1" lang="ja-JP" altLang="en-US"/>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p:txBody>
          <a:bodyPr/>
          <a:lstStyle>
            <a:lvl1pPr>
              <a:defRPr>
                <a:solidFill>
                  <a:srgbClr val="FFFFFF"/>
                </a:solidFill>
                <a:effectLst>
                  <a:outerShdw blurRad="38100" dist="38100" dir="2700000" algn="tl">
                    <a:srgbClr val="000000">
                      <a:alpha val="43137"/>
                    </a:srgbClr>
                  </a:outerShdw>
                </a:effectLst>
              </a:defRPr>
            </a:lvl1p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a:lstStyle>
            <a:lvl1pPr>
              <a:defRPr>
                <a:solidFill>
                  <a:srgbClr val="FFFFFF"/>
                </a:solidFill>
                <a:effectLst>
                  <a:outerShdw blurRad="38100" dist="38100" dir="2700000" algn="tl">
                    <a:srgbClr val="000000">
                      <a:alpha val="43137"/>
                    </a:srgbClr>
                  </a:outerShdw>
                </a:effectLst>
              </a:defRPr>
            </a:lvl1pPr>
          </a:lstStyle>
          <a:p>
            <a:fld id="{3A65ADB7-264D-4521-B389-CB8384128B9B}" type="slidenum">
              <a:rPr kumimoji="1" lang="ja-JP" altLang="en-US" smtClean="0"/>
              <a:t>‹#›</a:t>
            </a:fld>
            <a:endParaRPr kumimoji="1" lang="ja-JP" altLang="en-US"/>
          </a:p>
        </p:txBody>
      </p:sp>
      <p:cxnSp>
        <p:nvCxnSpPr>
          <p:cNvPr id="7" name="Straight Connector 6">
            <a:extLst>
              <a:ext uri="{FF2B5EF4-FFF2-40B4-BE49-F238E27FC236}">
                <a16:creationId xmlns:a16="http://schemas.microsoft.com/office/drawing/2014/main" id="{8ABE8472-319C-7663-7B71-2A6549DED7EF}"/>
              </a:ext>
            </a:extLst>
          </p:cNvPr>
          <p:cNvCxnSpPr>
            <a:cxnSpLocks/>
          </p:cNvCxnSpPr>
          <p:nvPr/>
        </p:nvCxnSpPr>
        <p:spPr>
          <a:xfrm>
            <a:off x="0" y="5068350"/>
            <a:ext cx="12188952"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0662882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40" y="758952"/>
            <a:ext cx="7589520" cy="4087368"/>
          </a:xfrm>
        </p:spPr>
        <p:txBody>
          <a:bodyPr vert="horz" lIns="91440" tIns="45720" rIns="91440" bIns="45720" rtlCol="0" anchor="t">
            <a:normAutofit/>
          </a:bodyPr>
          <a:lstStyle>
            <a:lvl1pPr>
              <a:defRPr lang="en-US" sz="9600" dirty="0">
                <a:solidFill>
                  <a:schemeClr val="tx2"/>
                </a:solidFill>
              </a:defRPr>
            </a:lvl1pPr>
          </a:lstStyle>
          <a:p>
            <a:pPr lvl="0"/>
            <a:r>
              <a:rPr lang="ja-JP" altLang="en-US"/>
              <a:t>マスター タイトルの書式設定</a:t>
            </a:r>
            <a:endParaRPr lang="en-US" dirty="0"/>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39" y="5404104"/>
            <a:ext cx="11515277" cy="576072"/>
          </a:xfrm>
        </p:spPr>
        <p:txBody>
          <a:bodyPr vert="horz" lIns="91440" tIns="45720" rIns="91440" bIns="45720" rtlCol="0" anchor="ctr">
            <a:normAutofit/>
          </a:bodyPr>
          <a:lstStyle>
            <a:lvl1pPr marL="0" indent="0">
              <a:buNone/>
              <a:defRPr lang="en-US" dirty="0">
                <a:solidFill>
                  <a:schemeClr val="tx2"/>
                </a:solidFill>
              </a:defRPr>
            </a:lvl1pPr>
          </a:lstStyle>
          <a:p>
            <a:pPr lvl="0"/>
            <a:r>
              <a:rPr lang="ja-JP" altLang="en-US"/>
              <a:t>マスター サブタイトルの書式設定</a:t>
            </a:r>
            <a:endParaRPr lang="en-US" dirty="0"/>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a:xfrm>
            <a:off x="317773" y="6254496"/>
            <a:ext cx="2963692" cy="413360"/>
          </a:xfrm>
        </p:spPr>
        <p:txBody>
          <a:bodyPr/>
          <a:lstStyle>
            <a:lvl1pPr>
              <a:defRPr>
                <a:solidFill>
                  <a:schemeClr val="tx2"/>
                </a:solidFill>
              </a:defRPr>
            </a:lvl1pPr>
          </a:lstStyle>
          <a:p>
            <a:endParaRPr kumimoji="1" lang="ja-JP" altLang="en-US"/>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a:xfrm>
            <a:off x="7921742" y="6254496"/>
            <a:ext cx="1679642" cy="413360"/>
          </a:xfrm>
        </p:spPr>
        <p:txBody>
          <a:bodyPr/>
          <a:lstStyle>
            <a:lvl1pPr>
              <a:defRPr>
                <a:solidFill>
                  <a:schemeClr val="tx2"/>
                </a:solidFill>
              </a:defRPr>
            </a:lvl1p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a:xfrm>
            <a:off x="11288870" y="6254496"/>
            <a:ext cx="546447" cy="413360"/>
          </a:xfrm>
        </p:spPr>
        <p:txBody>
          <a:bodyPr/>
          <a:lstStyle>
            <a:lvl1pPr>
              <a:defRPr>
                <a:solidFill>
                  <a:schemeClr val="tx2"/>
                </a:solidFill>
              </a:defRPr>
            </a:lvl1pPr>
          </a:lstStyle>
          <a:p>
            <a:fld id="{3A65ADB7-264D-4521-B389-CB8384128B9B}" type="slidenum">
              <a:rPr kumimoji="1" lang="ja-JP" altLang="en-US" smtClean="0"/>
              <a:t>‹#›</a:t>
            </a:fld>
            <a:endParaRPr kumimoji="1" lang="ja-JP" altLang="en-US"/>
          </a:p>
        </p:txBody>
      </p:sp>
      <p:cxnSp>
        <p:nvCxnSpPr>
          <p:cNvPr id="8" name="Straight Connector 7">
            <a:extLst>
              <a:ext uri="{FF2B5EF4-FFF2-40B4-BE49-F238E27FC236}">
                <a16:creationId xmlns:a16="http://schemas.microsoft.com/office/drawing/2014/main" id="{F05C310B-ED34-BA33-630C-F8D5EB2A41A2}"/>
              </a:ext>
            </a:extLst>
          </p:cNvPr>
          <p:cNvCxnSpPr>
            <a:cxnSpLocks/>
          </p:cNvCxnSpPr>
          <p:nvPr/>
        </p:nvCxnSpPr>
        <p:spPr>
          <a:xfrm>
            <a:off x="0" y="6057900"/>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C6B77E3C-9D50-9277-C646-D9B5AB8122BB}"/>
              </a:ext>
            </a:extLst>
          </p:cNvPr>
          <p:cNvCxnSpPr>
            <a:cxnSpLocks/>
          </p:cNvCxnSpPr>
          <p:nvPr/>
        </p:nvCxnSpPr>
        <p:spPr>
          <a:xfrm>
            <a:off x="0" y="5274776"/>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2835705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セクション見出し">
    <p:bg>
      <p:bgPr>
        <a:solidFill>
          <a:srgbClr val="C8350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77CE2-4402-942B-FD26-6E29BDAB9B47}"/>
              </a:ext>
            </a:extLst>
          </p:cNvPr>
          <p:cNvSpPr>
            <a:spLocks noGrp="1"/>
          </p:cNvSpPr>
          <p:nvPr>
            <p:ph type="title"/>
          </p:nvPr>
        </p:nvSpPr>
        <p:spPr>
          <a:xfrm>
            <a:off x="64008" y="1435608"/>
            <a:ext cx="11594592" cy="5559552"/>
          </a:xfrm>
        </p:spPr>
        <p:txBody>
          <a:bodyPr anchor="b">
            <a:normAutofit/>
          </a:bodyPr>
          <a:lstStyle>
            <a:lvl1pPr>
              <a:lnSpc>
                <a:spcPct val="67000"/>
              </a:lnSpc>
              <a:defRPr sz="14800">
                <a:solidFill>
                  <a:schemeClr val="tx2"/>
                </a:solidFill>
              </a:defRPr>
            </a:lvl1pPr>
          </a:lstStyle>
          <a:p>
            <a:r>
              <a:rPr lang="ja-JP" altLang="en-US"/>
              <a:t>マスター タイトルの書式設定</a:t>
            </a:r>
            <a:endParaRPr lang="en-US" dirty="0"/>
          </a:p>
        </p:txBody>
      </p:sp>
      <p:sp>
        <p:nvSpPr>
          <p:cNvPr id="5" name="Footer Placeholder 4">
            <a:extLst>
              <a:ext uri="{FF2B5EF4-FFF2-40B4-BE49-F238E27FC236}">
                <a16:creationId xmlns:a16="http://schemas.microsoft.com/office/drawing/2014/main" id="{CEC3F3D2-CADD-A94F-6739-CCCDA6C6FA8C}"/>
              </a:ext>
            </a:extLst>
          </p:cNvPr>
          <p:cNvSpPr>
            <a:spLocks noGrp="1"/>
          </p:cNvSpPr>
          <p:nvPr>
            <p:ph type="ftr" sz="quarter" idx="11"/>
          </p:nvPr>
        </p:nvSpPr>
        <p:spPr/>
        <p:txBody>
          <a:bodyPr/>
          <a:lstStyle>
            <a:lvl1pPr>
              <a:defRPr>
                <a:solidFill>
                  <a:schemeClr val="tx2"/>
                </a:solidFill>
              </a:defRPr>
            </a:lvl1pPr>
          </a:lstStyle>
          <a:p>
            <a:endParaRPr kumimoji="1" lang="ja-JP" altLang="en-US"/>
          </a:p>
        </p:txBody>
      </p:sp>
      <p:sp>
        <p:nvSpPr>
          <p:cNvPr id="4" name="Date Placeholder 3">
            <a:extLst>
              <a:ext uri="{FF2B5EF4-FFF2-40B4-BE49-F238E27FC236}">
                <a16:creationId xmlns:a16="http://schemas.microsoft.com/office/drawing/2014/main" id="{40CC541E-3AF5-9564-CE04-E4B86459DBE0}"/>
              </a:ext>
            </a:extLst>
          </p:cNvPr>
          <p:cNvSpPr>
            <a:spLocks noGrp="1"/>
          </p:cNvSpPr>
          <p:nvPr>
            <p:ph type="dt" sz="half" idx="10"/>
          </p:nvPr>
        </p:nvSpPr>
        <p:spPr/>
        <p:txBody>
          <a:bodyPr/>
          <a:lstStyle>
            <a:lvl1pPr>
              <a:defRPr>
                <a:solidFill>
                  <a:schemeClr val="tx2"/>
                </a:solidFill>
              </a:defRPr>
            </a:lvl1p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C3C772A7-7F28-0EB0-D243-BCC6917DADA2}"/>
              </a:ext>
            </a:extLst>
          </p:cNvPr>
          <p:cNvSpPr>
            <a:spLocks noGrp="1"/>
          </p:cNvSpPr>
          <p:nvPr>
            <p:ph type="sldNum" sz="quarter" idx="12"/>
          </p:nvPr>
        </p:nvSpPr>
        <p:spPr/>
        <p:txBody>
          <a:bodyPr/>
          <a:lstStyle>
            <a:lvl1pPr>
              <a:defRPr>
                <a:solidFill>
                  <a:schemeClr val="tx2"/>
                </a:solidFill>
              </a:defRPr>
            </a:lvl1pPr>
          </a:lstStyle>
          <a:p>
            <a:fld id="{3A65ADB7-264D-4521-B389-CB8384128B9B}" type="slidenum">
              <a:rPr kumimoji="1" lang="ja-JP" altLang="en-US" smtClean="0"/>
              <a:t>‹#›</a:t>
            </a:fld>
            <a:endParaRPr kumimoji="1" lang="ja-JP" altLang="en-US"/>
          </a:p>
        </p:txBody>
      </p:sp>
      <p:cxnSp>
        <p:nvCxnSpPr>
          <p:cNvPr id="8" name="Straight Connector 7">
            <a:extLst>
              <a:ext uri="{FF2B5EF4-FFF2-40B4-BE49-F238E27FC236}">
                <a16:creationId xmlns:a16="http://schemas.microsoft.com/office/drawing/2014/main" id="{7F716D65-B11C-E9B7-66BF-88E72C5DCEBA}"/>
              </a:ext>
            </a:extLst>
          </p:cNvPr>
          <p:cNvCxnSpPr>
            <a:cxnSpLocks/>
          </p:cNvCxnSpPr>
          <p:nvPr/>
        </p:nvCxnSpPr>
        <p:spPr>
          <a:xfrm>
            <a:off x="0" y="783822"/>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438877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obj" preserve="1">
  <p:cSld name="Agenda">
    <p:bg>
      <p:bgPr>
        <a:solidFill>
          <a:schemeClr val="bg2">
            <a:lumMod val="90000"/>
            <a:alpha val="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7" y="886968"/>
            <a:ext cx="11405277" cy="1170432"/>
          </a:xfrm>
        </p:spPr>
        <p:txBody>
          <a:bodyPr>
            <a:normAutofit/>
          </a:bodyPr>
          <a:lstStyle>
            <a:lvl1pPr>
              <a:defRPr sz="8800">
                <a:solidFill>
                  <a:schemeClr val="accent1"/>
                </a:solidFill>
              </a:defRPr>
            </a:lvl1pPr>
          </a:lstStyle>
          <a:p>
            <a:r>
              <a:rPr lang="ja-JP" altLang="en-US"/>
              <a:t>マスター タイトルの書式設定</a:t>
            </a:r>
            <a:endParaRPr lang="en-US" dirty="0"/>
          </a:p>
        </p:txBody>
      </p:sp>
      <p:sp>
        <p:nvSpPr>
          <p:cNvPr id="8" name="Footer Placeholder 7">
            <a:extLst>
              <a:ext uri="{FF2B5EF4-FFF2-40B4-BE49-F238E27FC236}">
                <a16:creationId xmlns:a16="http://schemas.microsoft.com/office/drawing/2014/main" id="{07599C6D-D164-AA94-72F8-241C187199F2}"/>
              </a:ext>
            </a:extLst>
          </p:cNvPr>
          <p:cNvSpPr>
            <a:spLocks noGrp="1"/>
          </p:cNvSpPr>
          <p:nvPr>
            <p:ph type="ftr" sz="quarter" idx="11"/>
          </p:nvPr>
        </p:nvSpPr>
        <p:spPr/>
        <p:txBody>
          <a:bodyPr/>
          <a:lstStyle/>
          <a:p>
            <a:endParaRPr kumimoji="1" lang="ja-JP" alt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764881" y="2832652"/>
            <a:ext cx="6893719" cy="3508951"/>
          </a:xfrm>
        </p:spPr>
        <p:txBody>
          <a:bodyPr anchor="t">
            <a:normAutofit/>
          </a:bodyPr>
          <a:lstStyle>
            <a:lvl1pPr marL="457200" indent="-457200">
              <a:buFont typeface="+mj-lt"/>
              <a:buAutoNum type="arabicPeriod"/>
              <a:defRPr sz="2000"/>
            </a:lvl1pPr>
            <a:lvl2pPr marL="800100" indent="-342900">
              <a:buFont typeface="+mj-lt"/>
              <a:buAutoNum type="arabicPeriod"/>
              <a:defRPr sz="1800"/>
            </a:lvl2pPr>
            <a:lvl3pPr marL="1257300" indent="-342900">
              <a:buFont typeface="+mj-lt"/>
              <a:buAutoNum type="arabicPeriod"/>
              <a:defRPr sz="1600"/>
            </a:lvl3pPr>
            <a:lvl4pPr marL="1714500" indent="-342900">
              <a:buFont typeface="+mj-lt"/>
              <a:buAutoNum type="arabicPeriod"/>
              <a:defRPr sz="1400"/>
            </a:lvl4pPr>
            <a:lvl5pPr marL="2171700" indent="-342900">
              <a:buFont typeface="+mj-lt"/>
              <a:buAutoNum type="arabicPeriod"/>
              <a:defRPr sz="14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a:extLst>
              <a:ext uri="{FF2B5EF4-FFF2-40B4-BE49-F238E27FC236}">
                <a16:creationId xmlns:a16="http://schemas.microsoft.com/office/drawing/2014/main" id="{10B50CAA-07B2-F8CA-1425-4249CE17A802}"/>
              </a:ext>
            </a:extLst>
          </p:cNvPr>
          <p:cNvSpPr>
            <a:spLocks noGrp="1"/>
          </p:cNvSpPr>
          <p:nvPr>
            <p:ph type="dt" sz="half" idx="10"/>
          </p:nvPr>
        </p:nvSpPr>
        <p:spPr/>
        <p:txBody>
          <a:bodyPr/>
          <a:lstStyle/>
          <a:p>
            <a:fld id="{8DC4806F-8A57-40BE-A78D-79608F060769}" type="datetimeFigureOut">
              <a:rPr kumimoji="1" lang="ja-JP" altLang="en-US" smtClean="0"/>
              <a:t>2026/10/8</a:t>
            </a:fld>
            <a:endParaRPr kumimoji="1" lang="ja-JP" altLang="en-US"/>
          </a:p>
        </p:txBody>
      </p:sp>
      <p:sp>
        <p:nvSpPr>
          <p:cNvPr id="11" name="Slide Number Placeholder 10">
            <a:extLst>
              <a:ext uri="{FF2B5EF4-FFF2-40B4-BE49-F238E27FC236}">
                <a16:creationId xmlns:a16="http://schemas.microsoft.com/office/drawing/2014/main" id="{5DEAD866-E26E-BF23-7B5D-9F689B2FA881}"/>
              </a:ext>
            </a:extLst>
          </p:cNvPr>
          <p:cNvSpPr>
            <a:spLocks noGrp="1"/>
          </p:cNvSpPr>
          <p:nvPr>
            <p:ph type="sldNum" sz="quarter" idx="12"/>
          </p:nvPr>
        </p:nvSpPr>
        <p:spPr/>
        <p:txBody>
          <a:bodyPr/>
          <a:lstStyle/>
          <a:p>
            <a:fld id="{3A65ADB7-264D-4521-B389-CB8384128B9B}" type="slidenum">
              <a:rPr kumimoji="1" lang="ja-JP" altLang="en-US" smtClean="0"/>
              <a:t>‹#›</a:t>
            </a:fld>
            <a:endParaRPr kumimoji="1" lang="ja-JP" altLang="en-US"/>
          </a:p>
        </p:txBody>
      </p:sp>
      <p:cxnSp>
        <p:nvCxnSpPr>
          <p:cNvPr id="9" name="Straight Connector 8">
            <a:extLst>
              <a:ext uri="{FF2B5EF4-FFF2-40B4-BE49-F238E27FC236}">
                <a16:creationId xmlns:a16="http://schemas.microsoft.com/office/drawing/2014/main" id="{E8AC7CAE-FC19-2728-AA3B-1D2FE7879B25}"/>
              </a:ext>
            </a:extLst>
          </p:cNvPr>
          <p:cNvCxnSpPr>
            <a:cxnSpLocks/>
          </p:cNvCxnSpPr>
          <p:nvPr/>
        </p:nvCxnSpPr>
        <p:spPr>
          <a:xfrm>
            <a:off x="0" y="2118492"/>
            <a:ext cx="1219200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11B3592-91FB-05F4-B422-A40D7CD4DE2D}"/>
              </a:ext>
            </a:extLst>
          </p:cNvPr>
          <p:cNvCxnSpPr>
            <a:cxnSpLocks/>
          </p:cNvCxnSpPr>
          <p:nvPr/>
        </p:nvCxnSpPr>
        <p:spPr>
          <a:xfrm>
            <a:off x="0" y="800100"/>
            <a:ext cx="1219200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28087732"/>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bg>
      <p:bgPr>
        <a:solidFill>
          <a:schemeClr val="bg2">
            <a:lumMod val="90000"/>
            <a:alpha val="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5266944" y="521208"/>
            <a:ext cx="6647688" cy="1865376"/>
          </a:xfrm>
        </p:spPr>
        <p:txBody>
          <a:bodyPr>
            <a:normAutofit/>
          </a:bodyPr>
          <a:lstStyle>
            <a:lvl1pPr>
              <a:defRPr sz="8000">
                <a:solidFill>
                  <a:schemeClr val="accent1"/>
                </a:solidFill>
              </a:defRPr>
            </a:lvl1pPr>
          </a:lstStyle>
          <a:p>
            <a:r>
              <a:rPr lang="ja-JP" altLang="en-US"/>
              <a:t>マスター タイトルの書式設定</a:t>
            </a:r>
            <a:endParaRPr lang="en-US" dirty="0"/>
          </a:p>
        </p:txBody>
      </p:sp>
      <p:sp>
        <p:nvSpPr>
          <p:cNvPr id="12" name="Picture Placeholder 11">
            <a:extLst>
              <a:ext uri="{FF2B5EF4-FFF2-40B4-BE49-F238E27FC236}">
                <a16:creationId xmlns:a16="http://schemas.microsoft.com/office/drawing/2014/main" id="{AD3A4126-4E48-DD2C-1468-6A36AE6C1D14}"/>
              </a:ext>
            </a:extLst>
          </p:cNvPr>
          <p:cNvSpPr>
            <a:spLocks noGrp="1"/>
          </p:cNvSpPr>
          <p:nvPr>
            <p:ph type="pic" sz="quarter" idx="13" hasCustomPrompt="1"/>
          </p:nvPr>
        </p:nvSpPr>
        <p:spPr>
          <a:xfrm>
            <a:off x="0" y="0"/>
            <a:ext cx="4917320" cy="6858000"/>
          </a:xfrm>
          <a:blipFill>
            <a:blip r:embed="rId2">
              <a:alphaModFix amt="8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266943" y="2651760"/>
            <a:ext cx="6327648" cy="3547872"/>
          </a:xfrm>
        </p:spPr>
        <p:txBody>
          <a:bodyPr>
            <a:normAutofit/>
          </a:bodyPr>
          <a:lstStyle>
            <a:lvl1pPr marL="457200" indent="-457200">
              <a:buFont typeface="+mj-lt"/>
              <a:buAutoNum type="arabicPeriod"/>
              <a:defRPr sz="2000"/>
            </a:lvl1pPr>
            <a:lvl2pPr marL="800100" indent="-342900">
              <a:buFont typeface="+mj-lt"/>
              <a:buAutoNum type="arabicPeriod"/>
              <a:defRPr sz="1800"/>
            </a:lvl2pPr>
            <a:lvl3pPr marL="1257300" indent="-342900">
              <a:buFont typeface="+mj-lt"/>
              <a:buAutoNum type="arabicPeriod"/>
              <a:defRPr sz="1600"/>
            </a:lvl3pPr>
            <a:lvl4pPr marL="1714500" indent="-342900">
              <a:buFont typeface="+mj-lt"/>
              <a:buAutoNum type="arabicPeriod"/>
              <a:defRPr sz="1400"/>
            </a:lvl4pPr>
            <a:lvl5pPr marL="2171700" indent="-342900">
              <a:buFont typeface="+mj-lt"/>
              <a:buAutoNum type="arabicPeriod"/>
              <a:defRPr sz="14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5271899" y="210312"/>
            <a:ext cx="2962656" cy="411480"/>
          </a:xfrm>
        </p:spPr>
        <p:txBody>
          <a:bodyPr/>
          <a:lstStyle/>
          <a:p>
            <a:endParaRPr kumimoji="1" lang="ja-JP" altLang="en-US"/>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9573511" y="210312"/>
            <a:ext cx="1679642" cy="411480"/>
          </a:xfrm>
        </p:spPr>
        <p:txBody>
          <a:body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lstStyle/>
          <a:p>
            <a:fld id="{3A65ADB7-264D-4521-B389-CB8384128B9B}" type="slidenum">
              <a:rPr kumimoji="1" lang="ja-JP" altLang="en-US" smtClean="0"/>
              <a:t>‹#›</a:t>
            </a:fld>
            <a:endParaRPr kumimoji="1" lang="ja-JP" altLang="en-US"/>
          </a:p>
        </p:txBody>
      </p:sp>
      <p:cxnSp>
        <p:nvCxnSpPr>
          <p:cNvPr id="9" name="Straight Connector 8">
            <a:extLst>
              <a:ext uri="{FF2B5EF4-FFF2-40B4-BE49-F238E27FC236}">
                <a16:creationId xmlns:a16="http://schemas.microsoft.com/office/drawing/2014/main" id="{E7633BE4-C9B9-310C-1EAE-191B5D344B59}"/>
              </a:ext>
            </a:extLst>
          </p:cNvPr>
          <p:cNvCxnSpPr>
            <a:cxnSpLocks/>
          </p:cNvCxnSpPr>
          <p:nvPr/>
        </p:nvCxnSpPr>
        <p:spPr>
          <a:xfrm>
            <a:off x="4923916" y="2452449"/>
            <a:ext cx="7268084"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EA010762-96A4-4E1C-CD5D-EE1C1D1FC6E2}"/>
              </a:ext>
            </a:extLst>
          </p:cNvPr>
          <p:cNvCxnSpPr>
            <a:cxnSpLocks/>
          </p:cNvCxnSpPr>
          <p:nvPr/>
        </p:nvCxnSpPr>
        <p:spPr>
          <a:xfrm flipV="1">
            <a:off x="4923916" y="0"/>
            <a:ext cx="0" cy="685800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3893486"/>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93191" y="2077374"/>
            <a:ext cx="4479107" cy="2691413"/>
          </a:xfrm>
        </p:spPr>
        <p:txBody>
          <a:bodyPr vert="horz" lIns="91440" tIns="45720" rIns="91440" bIns="45720" rtlCol="0" anchor="ctr">
            <a:normAutofit/>
          </a:bodyPr>
          <a:lstStyle>
            <a:lvl1pPr>
              <a:defRPr lang="en-US" sz="6600" dirty="0"/>
            </a:lvl1pPr>
          </a:lstStyle>
          <a:p>
            <a:pPr lvl="0"/>
            <a:r>
              <a:rPr lang="ja-JP" altLang="en-US"/>
              <a:t>マスター タイトルの書式設定</a:t>
            </a:r>
            <a:endParaRPr lang="en-US" dirty="0"/>
          </a:p>
        </p:txBody>
      </p:sp>
      <p:sp>
        <p:nvSpPr>
          <p:cNvPr id="10" name="Footer Placeholder 9">
            <a:extLst>
              <a:ext uri="{FF2B5EF4-FFF2-40B4-BE49-F238E27FC236}">
                <a16:creationId xmlns:a16="http://schemas.microsoft.com/office/drawing/2014/main" id="{F7DEB5EF-910B-9B2B-CB95-1AD374FECAFB}"/>
              </a:ext>
            </a:extLst>
          </p:cNvPr>
          <p:cNvSpPr>
            <a:spLocks noGrp="1"/>
          </p:cNvSpPr>
          <p:nvPr>
            <p:ph type="ftr" sz="quarter" idx="11"/>
          </p:nvPr>
        </p:nvSpPr>
        <p:spPr/>
        <p:txBody>
          <a:bodyPr/>
          <a:lstStyle/>
          <a:p>
            <a:endParaRPr kumimoji="1" lang="ja-JP" alt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751577" y="2210542"/>
            <a:ext cx="5869293" cy="2432477"/>
          </a:xfrm>
        </p:spPr>
        <p:txBody>
          <a:bodyPr anchor="ct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8" name="Date Placeholder 7">
            <a:extLst>
              <a:ext uri="{FF2B5EF4-FFF2-40B4-BE49-F238E27FC236}">
                <a16:creationId xmlns:a16="http://schemas.microsoft.com/office/drawing/2014/main" id="{5FD4BD0F-0EF0-D5B9-5485-1ECB765DC5D9}"/>
              </a:ext>
            </a:extLst>
          </p:cNvPr>
          <p:cNvSpPr>
            <a:spLocks noGrp="1"/>
          </p:cNvSpPr>
          <p:nvPr>
            <p:ph type="dt" sz="half" idx="10"/>
          </p:nvPr>
        </p:nvSpPr>
        <p:spPr>
          <a:xfrm>
            <a:off x="5751577" y="207982"/>
            <a:ext cx="1921315" cy="413360"/>
          </a:xfrm>
        </p:spPr>
        <p:txBody>
          <a:bodyPr/>
          <a:lstStyle/>
          <a:p>
            <a:fld id="{8DC4806F-8A57-40BE-A78D-79608F060769}" type="datetimeFigureOut">
              <a:rPr kumimoji="1" lang="ja-JP" altLang="en-US" smtClean="0"/>
              <a:t>2026/10/8</a:t>
            </a:fld>
            <a:endParaRPr kumimoji="1" lang="ja-JP" altLang="en-US"/>
          </a:p>
        </p:txBody>
      </p:sp>
      <p:sp>
        <p:nvSpPr>
          <p:cNvPr id="12" name="Slide Number Placeholder 11">
            <a:extLst>
              <a:ext uri="{FF2B5EF4-FFF2-40B4-BE49-F238E27FC236}">
                <a16:creationId xmlns:a16="http://schemas.microsoft.com/office/drawing/2014/main" id="{8566B317-2D55-4797-E621-551FCA482D78}"/>
              </a:ext>
            </a:extLst>
          </p:cNvPr>
          <p:cNvSpPr>
            <a:spLocks noGrp="1"/>
          </p:cNvSpPr>
          <p:nvPr>
            <p:ph type="sldNum" sz="quarter" idx="12"/>
          </p:nvPr>
        </p:nvSpPr>
        <p:spPr/>
        <p:txBody>
          <a:bodyPr/>
          <a:lstStyle/>
          <a:p>
            <a:fld id="{3A65ADB7-264D-4521-B389-CB8384128B9B}" type="slidenum">
              <a:rPr kumimoji="1" lang="ja-JP" altLang="en-US" smtClean="0"/>
              <a:t>‹#›</a:t>
            </a:fld>
            <a:endParaRPr kumimoji="1" lang="ja-JP" altLang="en-US"/>
          </a:p>
        </p:txBody>
      </p:sp>
      <p:cxnSp>
        <p:nvCxnSpPr>
          <p:cNvPr id="7" name="Straight Connector 6">
            <a:extLst>
              <a:ext uri="{FF2B5EF4-FFF2-40B4-BE49-F238E27FC236}">
                <a16:creationId xmlns:a16="http://schemas.microsoft.com/office/drawing/2014/main" id="{228C01F2-A815-18C2-F49B-D8E165722653}"/>
              </a:ext>
            </a:extLst>
          </p:cNvPr>
          <p:cNvCxnSpPr>
            <a:cxnSpLocks/>
          </p:cNvCxnSpPr>
          <p:nvPr/>
        </p:nvCxnSpPr>
        <p:spPr>
          <a:xfrm>
            <a:off x="5311938" y="1550633"/>
            <a:ext cx="0" cy="3756734"/>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6790D5D6-313A-8ACD-591F-F8BEC510B947}"/>
              </a:ext>
            </a:extLst>
          </p:cNvPr>
          <p:cNvCxnSpPr>
            <a:cxnSpLocks/>
          </p:cNvCxnSpPr>
          <p:nvPr/>
        </p:nvCxnSpPr>
        <p:spPr>
          <a:xfrm>
            <a:off x="0" y="5308844"/>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F6F1415-3933-6D89-472D-2FA4BBB279E7}"/>
              </a:ext>
            </a:extLst>
          </p:cNvPr>
          <p:cNvCxnSpPr>
            <a:cxnSpLocks/>
          </p:cNvCxnSpPr>
          <p:nvPr/>
        </p:nvCxnSpPr>
        <p:spPr>
          <a:xfrm>
            <a:off x="0" y="1550633"/>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8153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93192" y="1249959"/>
            <a:ext cx="4085912" cy="5125673"/>
          </a:xfrm>
        </p:spPr>
        <p:txBody>
          <a:bodyPr vert="horz" lIns="91440" tIns="45720" rIns="91440" bIns="45720" rtlCol="0" anchor="t">
            <a:normAutofit/>
          </a:bodyPr>
          <a:lstStyle>
            <a:lvl1pPr>
              <a:defRPr lang="en-US" sz="6600" dirty="0"/>
            </a:lvl1pPr>
          </a:lstStyle>
          <a:p>
            <a:pPr lvl="0"/>
            <a:r>
              <a:rPr lang="ja-JP" altLang="en-US"/>
              <a:t>マスター タイトルの書式設定</a:t>
            </a:r>
            <a:endParaRPr lang="en-US" dirty="0"/>
          </a:p>
        </p:txBody>
      </p:sp>
      <p:sp>
        <p:nvSpPr>
          <p:cNvPr id="9" name="Footer Placeholder 8">
            <a:extLst>
              <a:ext uri="{FF2B5EF4-FFF2-40B4-BE49-F238E27FC236}">
                <a16:creationId xmlns:a16="http://schemas.microsoft.com/office/drawing/2014/main" id="{2A5B8121-E925-2131-A76A-FBDAB0BC9C80}"/>
              </a:ext>
            </a:extLst>
          </p:cNvPr>
          <p:cNvSpPr>
            <a:spLocks noGrp="1"/>
          </p:cNvSpPr>
          <p:nvPr>
            <p:ph type="ftr" sz="quarter" idx="11"/>
          </p:nvPr>
        </p:nvSpPr>
        <p:spPr/>
        <p:txBody>
          <a:bodyPr/>
          <a:lstStyle/>
          <a:p>
            <a:endParaRPr kumimoji="1" lang="ja-JP" alt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358384" y="1249959"/>
            <a:ext cx="6440424" cy="523876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8" name="Date Placeholder 7">
            <a:extLst>
              <a:ext uri="{FF2B5EF4-FFF2-40B4-BE49-F238E27FC236}">
                <a16:creationId xmlns:a16="http://schemas.microsoft.com/office/drawing/2014/main" id="{DBA5BEFD-7245-BB4D-0F86-F1C3A32E0676}"/>
              </a:ext>
            </a:extLst>
          </p:cNvPr>
          <p:cNvSpPr>
            <a:spLocks noGrp="1"/>
          </p:cNvSpPr>
          <p:nvPr>
            <p:ph type="dt" sz="half" idx="10"/>
          </p:nvPr>
        </p:nvSpPr>
        <p:spPr>
          <a:xfrm>
            <a:off x="5363852" y="207982"/>
            <a:ext cx="1921315" cy="413360"/>
          </a:xfrm>
        </p:spPr>
        <p:txBody>
          <a:bodyPr/>
          <a:lstStyle/>
          <a:p>
            <a:fld id="{8DC4806F-8A57-40BE-A78D-79608F060769}" type="datetimeFigureOut">
              <a:rPr kumimoji="1" lang="ja-JP" altLang="en-US" smtClean="0"/>
              <a:t>2026/10/8</a:t>
            </a:fld>
            <a:endParaRPr kumimoji="1" lang="ja-JP" altLang="en-US"/>
          </a:p>
        </p:txBody>
      </p:sp>
      <p:sp>
        <p:nvSpPr>
          <p:cNvPr id="10" name="Slide Number Placeholder 9">
            <a:extLst>
              <a:ext uri="{FF2B5EF4-FFF2-40B4-BE49-F238E27FC236}">
                <a16:creationId xmlns:a16="http://schemas.microsoft.com/office/drawing/2014/main" id="{85879897-4AF6-4B38-AB30-8DD979DC52CE}"/>
              </a:ext>
            </a:extLst>
          </p:cNvPr>
          <p:cNvSpPr>
            <a:spLocks noGrp="1"/>
          </p:cNvSpPr>
          <p:nvPr>
            <p:ph type="sldNum" sz="quarter" idx="12"/>
          </p:nvPr>
        </p:nvSpPr>
        <p:spPr/>
        <p:txBody>
          <a:bodyPr/>
          <a:lstStyle/>
          <a:p>
            <a:fld id="{3A65ADB7-264D-4521-B389-CB8384128B9B}" type="slidenum">
              <a:rPr kumimoji="1" lang="ja-JP" altLang="en-US" smtClean="0"/>
              <a:t>‹#›</a:t>
            </a:fld>
            <a:endParaRPr kumimoji="1" lang="ja-JP" altLang="en-US"/>
          </a:p>
        </p:txBody>
      </p:sp>
      <p:cxnSp>
        <p:nvCxnSpPr>
          <p:cNvPr id="7" name="Straight Connector 6">
            <a:extLst>
              <a:ext uri="{FF2B5EF4-FFF2-40B4-BE49-F238E27FC236}">
                <a16:creationId xmlns:a16="http://schemas.microsoft.com/office/drawing/2014/main" id="{228C01F2-A815-18C2-F49B-D8E165722653}"/>
              </a:ext>
            </a:extLst>
          </p:cNvPr>
          <p:cNvCxnSpPr>
            <a:cxnSpLocks/>
          </p:cNvCxnSpPr>
          <p:nvPr/>
        </p:nvCxnSpPr>
        <p:spPr>
          <a:xfrm>
            <a:off x="4918746" y="805343"/>
            <a:ext cx="0" cy="6052657"/>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155161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5330876" y="749808"/>
            <a:ext cx="6442024" cy="2039112"/>
          </a:xfrm>
        </p:spPr>
        <p:txBody>
          <a:bodyPr vert="horz" lIns="91440" tIns="45720" rIns="91440" bIns="45720" rtlCol="0" anchor="t">
            <a:normAutofit/>
          </a:bodyPr>
          <a:lstStyle>
            <a:lvl1pPr>
              <a:defRPr lang="en-US" sz="7200" dirty="0"/>
            </a:lvl1pPr>
          </a:lstStyle>
          <a:p>
            <a:pPr lvl="0"/>
            <a:r>
              <a:rPr lang="ja-JP" altLang="en-US"/>
              <a:t>マスター タイトルの書式設定</a:t>
            </a:r>
            <a:endParaRPr lang="en-US" dirty="0"/>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0"/>
            <a:ext cx="4910328" cy="6858000"/>
          </a:xfrm>
          <a:blipFill>
            <a:blip r:embed="rId2">
              <a:alphaModFix amt="8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5330875" y="213482"/>
            <a:ext cx="2962656" cy="411480"/>
          </a:xfrm>
        </p:spPr>
        <p:txBody>
          <a:bodyPr/>
          <a:lstStyle/>
          <a:p>
            <a:endParaRPr kumimoji="1" lang="ja-JP" altLang="en-US"/>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9609227" y="210312"/>
            <a:ext cx="1679642" cy="411480"/>
          </a:xfrm>
        </p:spPr>
        <p:txBody>
          <a:body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lstStyle/>
          <a:p>
            <a:fld id="{3A65ADB7-264D-4521-B389-CB8384128B9B}" type="slidenum">
              <a:rPr kumimoji="1" lang="ja-JP" altLang="en-US" smtClean="0"/>
              <a:t>‹#›</a:t>
            </a:fld>
            <a:endParaRPr kumimoji="1" lang="ja-JP" alt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330875" y="2944368"/>
            <a:ext cx="6442025" cy="357169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4910328"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511592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4750308" y="612648"/>
            <a:ext cx="7022592" cy="1033272"/>
          </a:xfrm>
        </p:spPr>
        <p:txBody>
          <a:bodyPr vert="horz" lIns="91440" tIns="45720" rIns="91440" bIns="45720" rtlCol="0" anchor="b">
            <a:normAutofit/>
          </a:bodyPr>
          <a:lstStyle>
            <a:lvl1pPr>
              <a:defRPr lang="en-US" dirty="0"/>
            </a:lvl1pPr>
          </a:lstStyle>
          <a:p>
            <a:pPr lvl="0"/>
            <a:r>
              <a:rPr lang="ja-JP" altLang="en-US"/>
              <a:t>マスター タイトルの書式設定</a:t>
            </a:r>
            <a:endParaRPr lang="en-US" dirty="0"/>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0"/>
            <a:ext cx="4342584" cy="6858000"/>
          </a:xfrm>
          <a:blipFill>
            <a:blip r:embed="rId2">
              <a:alphaModFix amt="80000"/>
            </a:blip>
            <a:stretch>
              <a:fillRect/>
            </a:stretch>
          </a:blipFill>
        </p:spPr>
        <p:txBody>
          <a:bodyPr/>
          <a:lstStyle>
            <a:lvl1pPr marL="0" indent="0">
              <a:buNone/>
              <a:defRPr/>
            </a:lvl1pPr>
          </a:lstStyle>
          <a:p>
            <a:r>
              <a:rPr lang="en-US" dirty="0"/>
              <a:t> </a:t>
            </a:r>
          </a:p>
        </p:txBody>
      </p:sp>
      <p:sp>
        <p:nvSpPr>
          <p:cNvPr id="9" name="Footer Placeholder 8">
            <a:extLst>
              <a:ext uri="{FF2B5EF4-FFF2-40B4-BE49-F238E27FC236}">
                <a16:creationId xmlns:a16="http://schemas.microsoft.com/office/drawing/2014/main" id="{CD81791C-036D-058C-0055-96793694D657}"/>
              </a:ext>
            </a:extLst>
          </p:cNvPr>
          <p:cNvSpPr>
            <a:spLocks noGrp="1"/>
          </p:cNvSpPr>
          <p:nvPr>
            <p:ph type="ftr" sz="quarter" idx="15"/>
          </p:nvPr>
        </p:nvSpPr>
        <p:spPr>
          <a:xfrm>
            <a:off x="4750307" y="210312"/>
            <a:ext cx="3531437" cy="413360"/>
          </a:xfrm>
        </p:spPr>
        <p:txBody>
          <a:bodyPr/>
          <a:lstStyle/>
          <a:p>
            <a:endParaRPr kumimoji="1" lang="ja-JP" altLang="en-US"/>
          </a:p>
        </p:txBody>
      </p:sp>
      <p:sp>
        <p:nvSpPr>
          <p:cNvPr id="7" name="Date Placeholder 6">
            <a:extLst>
              <a:ext uri="{FF2B5EF4-FFF2-40B4-BE49-F238E27FC236}">
                <a16:creationId xmlns:a16="http://schemas.microsoft.com/office/drawing/2014/main" id="{E2A8DE5B-9C41-DE5B-BF91-98510120DCFE}"/>
              </a:ext>
            </a:extLst>
          </p:cNvPr>
          <p:cNvSpPr>
            <a:spLocks noGrp="1"/>
          </p:cNvSpPr>
          <p:nvPr>
            <p:ph type="dt" sz="half" idx="14"/>
          </p:nvPr>
        </p:nvSpPr>
        <p:spPr>
          <a:xfrm>
            <a:off x="9582299" y="210312"/>
            <a:ext cx="1679642" cy="413360"/>
          </a:xfrm>
        </p:spPr>
        <p:txBody>
          <a:bodyPr/>
          <a:lstStyle/>
          <a:p>
            <a:fld id="{8DC4806F-8A57-40BE-A78D-79608F060769}" type="datetimeFigureOut">
              <a:rPr kumimoji="1" lang="ja-JP" altLang="en-US" smtClean="0"/>
              <a:t>2026/10/8</a:t>
            </a:fld>
            <a:endParaRPr kumimoji="1" lang="ja-JP" altLang="en-US"/>
          </a:p>
        </p:txBody>
      </p:sp>
      <p:sp>
        <p:nvSpPr>
          <p:cNvPr id="11" name="Slide Number Placeholder 10">
            <a:extLst>
              <a:ext uri="{FF2B5EF4-FFF2-40B4-BE49-F238E27FC236}">
                <a16:creationId xmlns:a16="http://schemas.microsoft.com/office/drawing/2014/main" id="{0E0FD979-F905-C567-8E21-A3EDCE179803}"/>
              </a:ext>
            </a:extLst>
          </p:cNvPr>
          <p:cNvSpPr>
            <a:spLocks noGrp="1"/>
          </p:cNvSpPr>
          <p:nvPr>
            <p:ph type="sldNum" sz="quarter" idx="16"/>
          </p:nvPr>
        </p:nvSpPr>
        <p:spPr/>
        <p:txBody>
          <a:bodyPr/>
          <a:lstStyle/>
          <a:p>
            <a:fld id="{3A65ADB7-264D-4521-B389-CB8384128B9B}" type="slidenum">
              <a:rPr kumimoji="1" lang="ja-JP" altLang="en-US" smtClean="0"/>
              <a:t>‹#›</a:t>
            </a:fld>
            <a:endParaRPr kumimoji="1" lang="ja-JP" alt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750307" y="1746503"/>
            <a:ext cx="7022592" cy="4806697"/>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4345760"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27015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612648"/>
            <a:ext cx="7015483" cy="1033272"/>
          </a:xfrm>
        </p:spPr>
        <p:txBody>
          <a:bodyPr vert="horz" lIns="91440" tIns="45720" rIns="91440" bIns="45720" rtlCol="0" anchor="b">
            <a:normAutofit/>
          </a:bodyPr>
          <a:lstStyle>
            <a:lvl1pPr>
              <a:defRPr lang="en-US" dirty="0"/>
            </a:lvl1pPr>
          </a:lstStyle>
          <a:p>
            <a:pPr lvl="0"/>
            <a:r>
              <a:rPr lang="ja-JP" altLang="en-US"/>
              <a:t>マスター タイトルの書式設定</a:t>
            </a:r>
            <a:endParaRPr lang="en-US" dirty="0"/>
          </a:p>
        </p:txBody>
      </p:sp>
      <p:sp>
        <p:nvSpPr>
          <p:cNvPr id="11" name="Footer Placeholder 10">
            <a:extLst>
              <a:ext uri="{FF2B5EF4-FFF2-40B4-BE49-F238E27FC236}">
                <a16:creationId xmlns:a16="http://schemas.microsoft.com/office/drawing/2014/main" id="{BB59EF2B-7C7F-BA27-16C2-C56B21D3774C}"/>
              </a:ext>
            </a:extLst>
          </p:cNvPr>
          <p:cNvSpPr>
            <a:spLocks noGrp="1"/>
          </p:cNvSpPr>
          <p:nvPr>
            <p:ph type="ftr" sz="quarter" idx="15"/>
          </p:nvPr>
        </p:nvSpPr>
        <p:spPr/>
        <p:txBody>
          <a:bodyPr/>
          <a:lstStyle/>
          <a:p>
            <a:endParaRPr kumimoji="1" lang="ja-JP" altLang="en-US"/>
          </a:p>
        </p:txBody>
      </p:sp>
      <p:sp>
        <p:nvSpPr>
          <p:cNvPr id="9" name="Date Placeholder 8">
            <a:extLst>
              <a:ext uri="{FF2B5EF4-FFF2-40B4-BE49-F238E27FC236}">
                <a16:creationId xmlns:a16="http://schemas.microsoft.com/office/drawing/2014/main" id="{2A99D216-CE5A-6458-A23E-BE0E554AC3D1}"/>
              </a:ext>
            </a:extLst>
          </p:cNvPr>
          <p:cNvSpPr>
            <a:spLocks noGrp="1"/>
          </p:cNvSpPr>
          <p:nvPr>
            <p:ph type="dt" sz="half" idx="14"/>
          </p:nvPr>
        </p:nvSpPr>
        <p:spPr>
          <a:xfrm>
            <a:off x="5224951" y="207982"/>
            <a:ext cx="1682496" cy="413360"/>
          </a:xfrm>
        </p:spPr>
        <p:txBody>
          <a:bodyPr/>
          <a:lstStyle/>
          <a:p>
            <a:fld id="{8DC4806F-8A57-40BE-A78D-79608F060769}" type="datetimeFigureOut">
              <a:rPr kumimoji="1" lang="ja-JP" altLang="en-US" smtClean="0"/>
              <a:t>2026/10/8</a:t>
            </a:fld>
            <a:endParaRPr kumimoji="1" lang="ja-JP" altLang="en-US"/>
          </a:p>
        </p:txBody>
      </p:sp>
      <p:sp>
        <p:nvSpPr>
          <p:cNvPr id="12" name="Slide Number Placeholder 11">
            <a:extLst>
              <a:ext uri="{FF2B5EF4-FFF2-40B4-BE49-F238E27FC236}">
                <a16:creationId xmlns:a16="http://schemas.microsoft.com/office/drawing/2014/main" id="{3220FA64-3C9A-EBCF-5C28-E7DED40C97DC}"/>
              </a:ext>
            </a:extLst>
          </p:cNvPr>
          <p:cNvSpPr>
            <a:spLocks noGrp="1"/>
          </p:cNvSpPr>
          <p:nvPr>
            <p:ph type="sldNum" sz="quarter" idx="16"/>
          </p:nvPr>
        </p:nvSpPr>
        <p:spPr>
          <a:xfrm>
            <a:off x="6789594" y="207982"/>
            <a:ext cx="546447" cy="413360"/>
          </a:xfrm>
        </p:spPr>
        <p:txBody>
          <a:bodyPr/>
          <a:lstStyle/>
          <a:p>
            <a:fld id="{3A65ADB7-264D-4521-B389-CB8384128B9B}" type="slidenum">
              <a:rPr kumimoji="1" lang="ja-JP" altLang="en-US" smtClean="0"/>
              <a:t>‹#›</a:t>
            </a:fld>
            <a:endParaRPr kumimoji="1" lang="ja-JP" alt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3" y="1746504"/>
            <a:ext cx="7018271" cy="480669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7773592" y="0"/>
            <a:ext cx="4417215" cy="6858000"/>
          </a:xfrm>
          <a:blipFill>
            <a:blip r:embed="rId2">
              <a:alphaModFix amt="80000"/>
            </a:blip>
            <a:stretch>
              <a:fillRect/>
            </a:stretch>
          </a:blipFill>
        </p:spPr>
        <p:txBody>
          <a:bodyPr/>
          <a:lstStyle>
            <a:lvl1pPr marL="0" indent="0">
              <a:buNone/>
              <a:defRPr/>
            </a:lvl1pPr>
          </a:lstStyle>
          <a:p>
            <a:r>
              <a:rPr lang="en-US" dirty="0"/>
              <a:t> </a:t>
            </a: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7768833"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625112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17773" y="749808"/>
            <a:ext cx="5778227" cy="1033272"/>
          </a:xfrm>
        </p:spPr>
        <p:txBody>
          <a:bodyPr vert="horz" lIns="91440" tIns="45720" rIns="91440" bIns="45720" rtlCol="0" anchor="t">
            <a:normAutofit/>
          </a:bodyPr>
          <a:lstStyle>
            <a:lvl1pPr>
              <a:defRPr lang="en-US" dirty="0"/>
            </a:lvl1pPr>
          </a:lstStyle>
          <a:p>
            <a:pPr lvl="0"/>
            <a:r>
              <a:rPr lang="ja-JP" altLang="en-US"/>
              <a:t>マスター タイトルの書式設定</a:t>
            </a:r>
            <a:endParaRPr lang="en-US" dirty="0"/>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lstStyle/>
          <a:p>
            <a:endParaRPr kumimoji="1" lang="ja-JP" altLang="en-US"/>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3969163" y="210312"/>
            <a:ext cx="1679642" cy="411480"/>
          </a:xfrm>
        </p:spPr>
        <p:txBody>
          <a:body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5614093" y="210312"/>
            <a:ext cx="546447" cy="413360"/>
          </a:xfrm>
        </p:spPr>
        <p:txBody>
          <a:bodyPr/>
          <a:lstStyle/>
          <a:p>
            <a:fld id="{3A65ADB7-264D-4521-B389-CB8384128B9B}" type="slidenum">
              <a:rPr kumimoji="1" lang="ja-JP" altLang="en-US" smtClean="0"/>
              <a:t>‹#›</a:t>
            </a:fld>
            <a:endParaRPr kumimoji="1" lang="ja-JP" alt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3" y="1993391"/>
            <a:ext cx="5778227" cy="4559809"/>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6575416" y="0"/>
            <a:ext cx="5616584" cy="6858000"/>
          </a:xfrm>
          <a:blipFill>
            <a:blip r:embed="rId2">
              <a:alphaModFix amt="80000"/>
            </a:blip>
            <a:stretch>
              <a:fillRect/>
            </a:stretch>
          </a:blipFill>
        </p:spPr>
        <p:txBody>
          <a:bodyPr/>
          <a:lstStyle>
            <a:lvl1pPr marL="0" indent="0">
              <a:buNone/>
              <a:defRPr/>
            </a:lvl1pPr>
          </a:lstStyle>
          <a:p>
            <a:r>
              <a:rPr lang="en-US" dirty="0"/>
              <a:t> </a:t>
            </a:r>
          </a:p>
        </p:txBody>
      </p:sp>
      <p:cxnSp>
        <p:nvCxnSpPr>
          <p:cNvPr id="8" name="Straight Connector 7">
            <a:extLst>
              <a:ext uri="{FF2B5EF4-FFF2-40B4-BE49-F238E27FC236}">
                <a16:creationId xmlns:a16="http://schemas.microsoft.com/office/drawing/2014/main" id="{AF4034EB-F498-D527-195A-D17B85027774}"/>
              </a:ext>
            </a:extLst>
          </p:cNvPr>
          <p:cNvCxnSpPr>
            <a:cxnSpLocks/>
          </p:cNvCxnSpPr>
          <p:nvPr/>
        </p:nvCxnSpPr>
        <p:spPr>
          <a:xfrm>
            <a:off x="6570629" y="0"/>
            <a:ext cx="0" cy="6857999"/>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954146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749808"/>
            <a:ext cx="4123680" cy="1517904"/>
          </a:xfrm>
        </p:spPr>
        <p:txBody>
          <a:bodyPr vert="horz" lIns="91440" tIns="45720" rIns="91440" bIns="45720" rtlCol="0" anchor="t">
            <a:normAutofit/>
          </a:bodyPr>
          <a:lstStyle>
            <a:lvl1pPr>
              <a:defRPr lang="en-US" sz="4000" dirty="0"/>
            </a:lvl1pPr>
          </a:lstStyle>
          <a:p>
            <a:pPr lvl="0"/>
            <a:r>
              <a:rPr lang="ja-JP" altLang="en-US"/>
              <a:t>マスター タイトルの書式設定</a:t>
            </a:r>
            <a:endParaRPr lang="en-US" dirty="0"/>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3" y="210312"/>
            <a:ext cx="2260057" cy="411480"/>
          </a:xfrm>
        </p:spPr>
        <p:txBody>
          <a:bodyPr/>
          <a:lstStyle/>
          <a:p>
            <a:endParaRPr kumimoji="1" lang="ja-JP" altLang="en-US"/>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3029329" y="210312"/>
            <a:ext cx="1058111" cy="411480"/>
          </a:xfrm>
        </p:spPr>
        <p:txBody>
          <a:body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4010197" y="210312"/>
            <a:ext cx="440969" cy="413360"/>
          </a:xfrm>
        </p:spPr>
        <p:txBody>
          <a:bodyPr/>
          <a:lstStyle/>
          <a:p>
            <a:fld id="{3A65ADB7-264D-4521-B389-CB8384128B9B}" type="slidenum">
              <a:rPr kumimoji="1" lang="ja-JP" altLang="en-US" smtClean="0"/>
              <a:t>‹#›</a:t>
            </a:fld>
            <a:endParaRPr kumimoji="1" lang="ja-JP" alt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9704" y="2578609"/>
            <a:ext cx="4130606" cy="371246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4912658" y="0"/>
            <a:ext cx="7279341" cy="6858000"/>
          </a:xfrm>
          <a:blipFill>
            <a:blip r:embed="rId2">
              <a:alphaModFix amt="80000"/>
            </a:blip>
            <a:stretch>
              <a:fillRect/>
            </a:stretch>
          </a:blipFill>
        </p:spPr>
        <p:txBody>
          <a:bodyPr/>
          <a:lstStyle>
            <a:lvl1pPr marL="0" indent="0">
              <a:buNone/>
              <a:defRPr/>
            </a:lvl1pPr>
          </a:lstStyle>
          <a:p>
            <a:r>
              <a:rPr lang="en-US" dirty="0"/>
              <a:t> </a:t>
            </a: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4907963"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07695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749808"/>
            <a:ext cx="11514755" cy="960120"/>
          </a:xfrm>
        </p:spPr>
        <p:txBody>
          <a:bodyPr vert="horz" lIns="91440" tIns="45720" rIns="91440" bIns="45720" rtlCol="0" anchor="t">
            <a:normAutofit/>
          </a:bodyPr>
          <a:lstStyle>
            <a:lvl1pPr>
              <a:defRPr lang="en-US" sz="7200" dirty="0"/>
            </a:lvl1pPr>
          </a:lstStyle>
          <a:p>
            <a:pPr lvl="0"/>
            <a:r>
              <a:rPr lang="ja-JP" altLang="en-US"/>
              <a:t>マスター タイトルの書式設定</a:t>
            </a:r>
            <a:endParaRPr lang="en-US" dirty="0"/>
          </a:p>
        </p:txBody>
      </p:sp>
      <p:sp>
        <p:nvSpPr>
          <p:cNvPr id="9" name="Footer Placeholder 8">
            <a:extLst>
              <a:ext uri="{FF2B5EF4-FFF2-40B4-BE49-F238E27FC236}">
                <a16:creationId xmlns:a16="http://schemas.microsoft.com/office/drawing/2014/main" id="{F8890DBE-0DD3-8504-F95F-4225535FB1B9}"/>
              </a:ext>
            </a:extLst>
          </p:cNvPr>
          <p:cNvSpPr>
            <a:spLocks noGrp="1"/>
          </p:cNvSpPr>
          <p:nvPr>
            <p:ph type="ftr" sz="quarter" idx="15"/>
          </p:nvPr>
        </p:nvSpPr>
        <p:spPr/>
        <p:txBody>
          <a:bodyPr/>
          <a:lstStyle/>
          <a:p>
            <a:endParaRPr kumimoji="1" lang="ja-JP" altLang="en-US"/>
          </a:p>
        </p:txBody>
      </p:sp>
      <p:sp>
        <p:nvSpPr>
          <p:cNvPr id="7" name="Date Placeholder 6">
            <a:extLst>
              <a:ext uri="{FF2B5EF4-FFF2-40B4-BE49-F238E27FC236}">
                <a16:creationId xmlns:a16="http://schemas.microsoft.com/office/drawing/2014/main" id="{734BB28A-95D9-4CE6-DA59-520BA3C61CDB}"/>
              </a:ext>
            </a:extLst>
          </p:cNvPr>
          <p:cNvSpPr>
            <a:spLocks noGrp="1"/>
          </p:cNvSpPr>
          <p:nvPr>
            <p:ph type="dt" sz="half" idx="14"/>
          </p:nvPr>
        </p:nvSpPr>
        <p:spPr/>
        <p:txBody>
          <a:bodyPr/>
          <a:lstStyle/>
          <a:p>
            <a:fld id="{8DC4806F-8A57-40BE-A78D-79608F060769}" type="datetimeFigureOut">
              <a:rPr kumimoji="1" lang="ja-JP" altLang="en-US" smtClean="0"/>
              <a:t>2026/10/8</a:t>
            </a:fld>
            <a:endParaRPr kumimoji="1" lang="ja-JP" altLang="en-US"/>
          </a:p>
        </p:txBody>
      </p:sp>
      <p:sp>
        <p:nvSpPr>
          <p:cNvPr id="12" name="Slide Number Placeholder 11">
            <a:extLst>
              <a:ext uri="{FF2B5EF4-FFF2-40B4-BE49-F238E27FC236}">
                <a16:creationId xmlns:a16="http://schemas.microsoft.com/office/drawing/2014/main" id="{E1FA0A0C-CE55-CB7D-174D-D77937630A9D}"/>
              </a:ext>
            </a:extLst>
          </p:cNvPr>
          <p:cNvSpPr>
            <a:spLocks noGrp="1"/>
          </p:cNvSpPr>
          <p:nvPr>
            <p:ph type="sldNum" sz="quarter" idx="16"/>
          </p:nvPr>
        </p:nvSpPr>
        <p:spPr/>
        <p:txBody>
          <a:bodyPr/>
          <a:lstStyle/>
          <a:p>
            <a:fld id="{3A65ADB7-264D-4521-B389-CB8384128B9B}" type="slidenum">
              <a:rPr kumimoji="1" lang="ja-JP" altLang="en-US" smtClean="0"/>
              <a:t>‹#›</a:t>
            </a:fld>
            <a:endParaRPr kumimoji="1" lang="ja-JP" alt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3" y="2180556"/>
            <a:ext cx="5012355" cy="428425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5822674" y="1834524"/>
            <a:ext cx="6378722" cy="5023476"/>
          </a:xfrm>
          <a:blipFill>
            <a:blip r:embed="rId2">
              <a:alphaModFix amt="80000"/>
            </a:blip>
            <a:stretch>
              <a:fillRect/>
            </a:stretch>
          </a:blipFill>
        </p:spPr>
        <p:txBody>
          <a:bodyPr/>
          <a:lstStyle>
            <a:lvl1pPr marL="0" indent="0">
              <a:buNone/>
              <a:defRPr/>
            </a:lvl1pPr>
          </a:lstStyle>
          <a:p>
            <a:r>
              <a:rPr lang="en-US" dirty="0"/>
              <a:t> </a:t>
            </a:r>
          </a:p>
        </p:txBody>
      </p:sp>
      <p:cxnSp>
        <p:nvCxnSpPr>
          <p:cNvPr id="8" name="Straight Connector 7">
            <a:extLst>
              <a:ext uri="{FF2B5EF4-FFF2-40B4-BE49-F238E27FC236}">
                <a16:creationId xmlns:a16="http://schemas.microsoft.com/office/drawing/2014/main" id="{6C753443-12E2-4CD3-2C6F-4E20536BA82B}"/>
              </a:ext>
            </a:extLst>
          </p:cNvPr>
          <p:cNvCxnSpPr>
            <a:cxnSpLocks/>
          </p:cNvCxnSpPr>
          <p:nvPr/>
        </p:nvCxnSpPr>
        <p:spPr>
          <a:xfrm>
            <a:off x="5816454" y="1827254"/>
            <a:ext cx="0" cy="504063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89B4AF9B-8CF3-D7A8-CDB9-8E513FFF57EC}"/>
              </a:ext>
            </a:extLst>
          </p:cNvPr>
          <p:cNvCxnSpPr>
            <a:cxnSpLocks/>
          </p:cNvCxnSpPr>
          <p:nvPr/>
        </p:nvCxnSpPr>
        <p:spPr>
          <a:xfrm>
            <a:off x="0" y="1827254"/>
            <a:ext cx="12192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368331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5166364"/>
            <a:ext cx="3656530" cy="1223420"/>
          </a:xfrm>
        </p:spPr>
        <p:txBody>
          <a:bodyPr vert="horz" lIns="91440" tIns="45720" rIns="91440" bIns="45720" rtlCol="0" anchor="t">
            <a:normAutofit/>
          </a:bodyPr>
          <a:lstStyle>
            <a:lvl1pPr>
              <a:defRPr lang="en-US" dirty="0"/>
            </a:lvl1pPr>
          </a:lstStyle>
          <a:p>
            <a:pPr lvl="0"/>
            <a:r>
              <a:rPr lang="ja-JP" altLang="en-US"/>
              <a:t>マスター タイトルの書式設定</a:t>
            </a:r>
            <a:endParaRPr lang="en-US" dirty="0"/>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0"/>
            <a:ext cx="12198096" cy="4837176"/>
          </a:xfrm>
          <a:blipFill>
            <a:blip r:embed="rId2">
              <a:alphaModFix amt="8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699121" y="5166364"/>
            <a:ext cx="7073776" cy="1223420"/>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6437376"/>
            <a:ext cx="2962656" cy="365125"/>
          </a:xfrm>
        </p:spPr>
        <p:txBody>
          <a:bodyPr/>
          <a:lstStyle/>
          <a:p>
            <a:endParaRPr kumimoji="1" lang="ja-JP" altLang="en-US"/>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4699121" y="6437193"/>
            <a:ext cx="4549413" cy="365125"/>
          </a:xfrm>
        </p:spPr>
        <p:txBody>
          <a:body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6437376"/>
            <a:ext cx="546447" cy="413360"/>
          </a:xfrm>
        </p:spPr>
        <p:txBody>
          <a:bodyPr/>
          <a:lstStyle/>
          <a:p>
            <a:fld id="{3A65ADB7-264D-4521-B389-CB8384128B9B}" type="slidenum">
              <a:rPr kumimoji="1" lang="ja-JP" altLang="en-US" smtClean="0"/>
              <a:t>‹#›</a:t>
            </a:fld>
            <a:endParaRPr kumimoji="1" lang="ja-JP" altLang="en-US"/>
          </a:p>
        </p:txBody>
      </p:sp>
      <p:cxnSp>
        <p:nvCxnSpPr>
          <p:cNvPr id="9" name="Straight Connector 8">
            <a:extLst>
              <a:ext uri="{FF2B5EF4-FFF2-40B4-BE49-F238E27FC236}">
                <a16:creationId xmlns:a16="http://schemas.microsoft.com/office/drawing/2014/main" id="{5DF9F6E2-159F-CDF3-F2D3-AB7A7E505C0B}"/>
              </a:ext>
            </a:extLst>
          </p:cNvPr>
          <p:cNvCxnSpPr>
            <a:cxnSpLocks/>
          </p:cNvCxnSpPr>
          <p:nvPr/>
        </p:nvCxnSpPr>
        <p:spPr>
          <a:xfrm>
            <a:off x="4283425" y="4837176"/>
            <a:ext cx="0" cy="2020824"/>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FD4F9120-94C1-CA43-BF4E-9411F4866A20}"/>
              </a:ext>
            </a:extLst>
          </p:cNvPr>
          <p:cNvCxnSpPr>
            <a:cxnSpLocks/>
          </p:cNvCxnSpPr>
          <p:nvPr/>
        </p:nvCxnSpPr>
        <p:spPr>
          <a:xfrm>
            <a:off x="-1250" y="4842106"/>
            <a:ext cx="1219325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139788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762002"/>
            <a:ext cx="6612786" cy="1555895"/>
          </a:xfrm>
        </p:spPr>
        <p:txBody>
          <a:bodyPr vert="horz" lIns="91440" tIns="45720" rIns="91440" bIns="45720" rtlCol="0" anchor="t">
            <a:normAutofit/>
          </a:bodyPr>
          <a:lstStyle>
            <a:lvl1pPr>
              <a:defRPr lang="en-US" sz="6000" dirty="0"/>
            </a:lvl1pPr>
          </a:lstStyle>
          <a:p>
            <a:pPr lvl="0"/>
            <a:r>
              <a:rPr lang="ja-JP" altLang="en-US"/>
              <a:t>マスター タイトルの書式設定</a:t>
            </a:r>
            <a:endParaRPr lang="en-US" dirty="0"/>
          </a:p>
        </p:txBody>
      </p:sp>
      <p:sp>
        <p:nvSpPr>
          <p:cNvPr id="9" name="Footer Placeholder 8">
            <a:extLst>
              <a:ext uri="{FF2B5EF4-FFF2-40B4-BE49-F238E27FC236}">
                <a16:creationId xmlns:a16="http://schemas.microsoft.com/office/drawing/2014/main" id="{6A2AC736-2858-40E1-3533-38692573ECE6}"/>
              </a:ext>
            </a:extLst>
          </p:cNvPr>
          <p:cNvSpPr>
            <a:spLocks noGrp="1"/>
          </p:cNvSpPr>
          <p:nvPr>
            <p:ph type="ftr" sz="quarter" idx="15"/>
          </p:nvPr>
        </p:nvSpPr>
        <p:spPr/>
        <p:txBody>
          <a:bodyPr/>
          <a:lstStyle/>
          <a:p>
            <a:endParaRPr kumimoji="1" lang="ja-JP" altLang="en-US"/>
          </a:p>
        </p:txBody>
      </p:sp>
      <p:sp>
        <p:nvSpPr>
          <p:cNvPr id="8" name="Date Placeholder 7">
            <a:extLst>
              <a:ext uri="{FF2B5EF4-FFF2-40B4-BE49-F238E27FC236}">
                <a16:creationId xmlns:a16="http://schemas.microsoft.com/office/drawing/2014/main" id="{6F901C69-26AA-7830-9BFF-EC62E8208AB7}"/>
              </a:ext>
            </a:extLst>
          </p:cNvPr>
          <p:cNvSpPr>
            <a:spLocks noGrp="1"/>
          </p:cNvSpPr>
          <p:nvPr>
            <p:ph type="dt" sz="half" idx="14"/>
          </p:nvPr>
        </p:nvSpPr>
        <p:spPr/>
        <p:txBody>
          <a:bodyPr/>
          <a:lstStyle/>
          <a:p>
            <a:fld id="{8DC4806F-8A57-40BE-A78D-79608F060769}" type="datetimeFigureOut">
              <a:rPr kumimoji="1" lang="ja-JP" altLang="en-US" smtClean="0"/>
              <a:t>2026/10/8</a:t>
            </a:fld>
            <a:endParaRPr kumimoji="1" lang="ja-JP" altLang="en-US"/>
          </a:p>
        </p:txBody>
      </p:sp>
      <p:sp>
        <p:nvSpPr>
          <p:cNvPr id="11" name="Slide Number Placeholder 10">
            <a:extLst>
              <a:ext uri="{FF2B5EF4-FFF2-40B4-BE49-F238E27FC236}">
                <a16:creationId xmlns:a16="http://schemas.microsoft.com/office/drawing/2014/main" id="{A83EC4C7-2AFC-9797-0F80-FCBABD2A8562}"/>
              </a:ext>
            </a:extLst>
          </p:cNvPr>
          <p:cNvSpPr>
            <a:spLocks noGrp="1"/>
          </p:cNvSpPr>
          <p:nvPr>
            <p:ph type="sldNum" sz="quarter" idx="16"/>
          </p:nvPr>
        </p:nvSpPr>
        <p:spPr/>
        <p:txBody>
          <a:bodyPr/>
          <a:lstStyle/>
          <a:p>
            <a:fld id="{3A65ADB7-264D-4521-B389-CB8384128B9B}" type="slidenum">
              <a:rPr kumimoji="1" lang="ja-JP" altLang="en-US" smtClean="0"/>
              <a:t>‹#›</a:t>
            </a:fld>
            <a:endParaRPr kumimoji="1" lang="ja-JP" altLang="en-US"/>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6627" y="2435966"/>
            <a:ext cx="7283725" cy="4422032"/>
          </a:xfrm>
          <a:blipFill>
            <a:blip r:embed="rId2">
              <a:alphaModFix amt="8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7680068" y="762000"/>
            <a:ext cx="4092813" cy="57912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cxnSp>
        <p:nvCxnSpPr>
          <p:cNvPr id="7" name="Straight Connector 6">
            <a:extLst>
              <a:ext uri="{FF2B5EF4-FFF2-40B4-BE49-F238E27FC236}">
                <a16:creationId xmlns:a16="http://schemas.microsoft.com/office/drawing/2014/main" id="{788F70BF-1865-3761-955D-0621AA22B818}"/>
              </a:ext>
            </a:extLst>
          </p:cNvPr>
          <p:cNvCxnSpPr>
            <a:cxnSpLocks/>
          </p:cNvCxnSpPr>
          <p:nvPr/>
        </p:nvCxnSpPr>
        <p:spPr>
          <a:xfrm>
            <a:off x="0" y="2435966"/>
            <a:ext cx="72771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8638DF4A-7DDF-7C24-D39A-EA7EAF7CFE63}"/>
              </a:ext>
            </a:extLst>
          </p:cNvPr>
          <p:cNvCxnSpPr>
            <a:cxnSpLocks/>
          </p:cNvCxnSpPr>
          <p:nvPr/>
        </p:nvCxnSpPr>
        <p:spPr>
          <a:xfrm>
            <a:off x="7277100" y="0"/>
            <a:ext cx="0" cy="6857999"/>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186450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448056"/>
            <a:ext cx="11514759" cy="1124712"/>
          </a:xfrm>
        </p:spPr>
        <p:txBody>
          <a:bodyPr vert="horz" lIns="91440" tIns="45720" rIns="91440" bIns="45720" rtlCol="0" anchor="ctr">
            <a:normAutofit/>
          </a:bodyPr>
          <a:lstStyle>
            <a:lvl1pPr>
              <a:defRPr lang="en-US" dirty="0"/>
            </a:lvl1pPr>
          </a:lstStyle>
          <a:p>
            <a:pPr lvl="0"/>
            <a:r>
              <a:rPr lang="ja-JP" altLang="en-US"/>
              <a:t>マスター タイトルの書式設定</a:t>
            </a:r>
            <a:endParaRPr lang="en-US" dirty="0"/>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3482"/>
            <a:ext cx="2962656" cy="411480"/>
          </a:xfrm>
        </p:spPr>
        <p:txBody>
          <a:bodyPr/>
          <a:lstStyle/>
          <a:p>
            <a:endParaRPr kumimoji="1" lang="ja-JP" altLang="en-US"/>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07982"/>
            <a:ext cx="546447" cy="411480"/>
          </a:xfrm>
        </p:spPr>
        <p:txBody>
          <a:bodyPr/>
          <a:lstStyle/>
          <a:p>
            <a:fld id="{3A65ADB7-264D-4521-B389-CB8384128B9B}" type="slidenum">
              <a:rPr kumimoji="1" lang="ja-JP" altLang="en-US" smtClean="0"/>
              <a:t>‹#›</a:t>
            </a:fld>
            <a:endParaRPr kumimoji="1" lang="ja-JP" altLang="en-US"/>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3614" y="1700784"/>
            <a:ext cx="3318170" cy="5157216"/>
          </a:xfrm>
          <a:blipFill>
            <a:blip r:embed="rId2">
              <a:alphaModFix amt="8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801441" y="2130553"/>
            <a:ext cx="7971459" cy="442264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cxnSp>
        <p:nvCxnSpPr>
          <p:cNvPr id="7" name="Straight Connector 6">
            <a:extLst>
              <a:ext uri="{FF2B5EF4-FFF2-40B4-BE49-F238E27FC236}">
                <a16:creationId xmlns:a16="http://schemas.microsoft.com/office/drawing/2014/main" id="{6C347961-3E7C-FAAC-2283-DA751A80201C}"/>
              </a:ext>
            </a:extLst>
          </p:cNvPr>
          <p:cNvCxnSpPr>
            <a:cxnSpLocks/>
          </p:cNvCxnSpPr>
          <p:nvPr/>
        </p:nvCxnSpPr>
        <p:spPr>
          <a:xfrm>
            <a:off x="0" y="1695518"/>
            <a:ext cx="12192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BE4B3C03-E31F-77F7-02F0-8C25E1C62792}"/>
              </a:ext>
            </a:extLst>
          </p:cNvPr>
          <p:cNvCxnSpPr>
            <a:cxnSpLocks/>
          </p:cNvCxnSpPr>
          <p:nvPr/>
        </p:nvCxnSpPr>
        <p:spPr>
          <a:xfrm>
            <a:off x="3318170" y="1695518"/>
            <a:ext cx="0" cy="516248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318752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Number Large">
    <p:bg>
      <p:bgPr>
        <a:solidFill>
          <a:schemeClr val="bg2">
            <a:lumMod val="90000"/>
            <a:alpha val="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7571232" y="1188720"/>
            <a:ext cx="4069080" cy="4480560"/>
          </a:xfrm>
        </p:spPr>
        <p:txBody>
          <a:bodyPr anchor="ctr">
            <a:normAutofit/>
          </a:bodyPr>
          <a:lstStyle>
            <a:lvl1pPr>
              <a:lnSpc>
                <a:spcPct val="110000"/>
              </a:lnSpc>
              <a:defRPr sz="2800" cap="none" baseline="0">
                <a:solidFill>
                  <a:schemeClr val="tx2"/>
                </a:solidFill>
                <a:latin typeface="+mn-lt"/>
              </a:defRPr>
            </a:lvl1p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hasCustomPrompt="1"/>
          </p:nvPr>
        </p:nvSpPr>
        <p:spPr>
          <a:xfrm>
            <a:off x="448056" y="1609344"/>
            <a:ext cx="6775704" cy="4151376"/>
          </a:xfrm>
        </p:spPr>
        <p:txBody>
          <a:bodyPr vert="horz" lIns="91440" tIns="45720" rIns="91440" bIns="45720" rtlCol="0" anchor="ctr">
            <a:normAutofit/>
          </a:bodyPr>
          <a:lstStyle>
            <a:lvl1pPr marL="0" indent="0" algn="r">
              <a:lnSpc>
                <a:spcPct val="70000"/>
              </a:lnSpc>
              <a:buNone/>
              <a:defRPr lang="en-US" sz="33400" dirty="0">
                <a:solidFill>
                  <a:schemeClr val="accent1"/>
                </a:solidFill>
                <a:latin typeface="+mj-lt"/>
              </a:defRPr>
            </a:lvl1pPr>
            <a:lvl2pPr marL="457200" indent="0">
              <a:buNone/>
              <a:defRPr lang="en-US" dirty="0">
                <a:solidFill>
                  <a:schemeClr val="accent3">
                    <a:lumMod val="20000"/>
                    <a:lumOff val="80000"/>
                  </a:schemeClr>
                </a:solidFill>
              </a:defRPr>
            </a:lvl2pPr>
            <a:lvl3pPr>
              <a:defRPr lang="en-US" dirty="0">
                <a:solidFill>
                  <a:schemeClr val="accent3">
                    <a:lumMod val="20000"/>
                    <a:lumOff val="80000"/>
                  </a:schemeClr>
                </a:solidFill>
              </a:defRPr>
            </a:lvl3pPr>
            <a:lvl4pPr>
              <a:defRPr lang="en-US" dirty="0">
                <a:solidFill>
                  <a:schemeClr val="accent3">
                    <a:lumMod val="20000"/>
                    <a:lumOff val="80000"/>
                  </a:schemeClr>
                </a:solidFill>
              </a:defRPr>
            </a:lvl4pPr>
            <a:lvl5pPr>
              <a:defRPr lang="en-US" dirty="0">
                <a:solidFill>
                  <a:schemeClr val="accent3">
                    <a:lumMod val="20000"/>
                    <a:lumOff val="80000"/>
                  </a:schemeClr>
                </a:solidFill>
              </a:defRPr>
            </a:lvl5pPr>
          </a:lstStyle>
          <a:p>
            <a:pPr lvl="0"/>
            <a:r>
              <a:rPr lang="en-US" dirty="0"/>
              <a:t>#%</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normAutofit/>
          </a:bodyPr>
          <a:lstStyle>
            <a:lvl1pPr>
              <a:defRPr>
                <a:solidFill>
                  <a:schemeClr val="tx2"/>
                </a:solidFill>
              </a:defRPr>
            </a:lvl1pPr>
          </a:lstStyle>
          <a:p>
            <a:endParaRPr kumimoji="1" lang="ja-JP" altLang="en-US"/>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normAutofit/>
          </a:bodyPr>
          <a:lstStyle>
            <a:lvl1pPr>
              <a:defRPr>
                <a:solidFill>
                  <a:schemeClr val="tx2"/>
                </a:solidFill>
              </a:defRPr>
            </a:lvl1p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10312"/>
            <a:ext cx="546447" cy="411480"/>
          </a:xfrm>
        </p:spPr>
        <p:txBody>
          <a:bodyPr>
            <a:normAutofit/>
          </a:bodyPr>
          <a:lstStyle>
            <a:lvl1pPr>
              <a:defRPr>
                <a:solidFill>
                  <a:schemeClr val="tx2"/>
                </a:solidFill>
              </a:defRPr>
            </a:lvl1pPr>
          </a:lstStyle>
          <a:p>
            <a:fld id="{3A65ADB7-264D-4521-B389-CB8384128B9B}" type="slidenum">
              <a:rPr kumimoji="1" lang="ja-JP" altLang="en-US" smtClean="0"/>
              <a:t>‹#›</a:t>
            </a:fld>
            <a:endParaRPr kumimoji="1" lang="ja-JP" altLang="en-US"/>
          </a:p>
        </p:txBody>
      </p:sp>
      <p:cxnSp>
        <p:nvCxnSpPr>
          <p:cNvPr id="10" name="Straight Connector 9">
            <a:extLst>
              <a:ext uri="{FF2B5EF4-FFF2-40B4-BE49-F238E27FC236}">
                <a16:creationId xmlns:a16="http://schemas.microsoft.com/office/drawing/2014/main" id="{C34144DB-F44E-C5EB-68A1-D39E3F401C4E}"/>
              </a:ext>
            </a:extLst>
          </p:cNvPr>
          <p:cNvCxnSpPr>
            <a:cxnSpLocks/>
          </p:cNvCxnSpPr>
          <p:nvPr/>
        </p:nvCxnSpPr>
        <p:spPr>
          <a:xfrm>
            <a:off x="0" y="6069441"/>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98877469"/>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Statement">
    <p:bg>
      <p:bgPr>
        <a:solidFill>
          <a:schemeClr val="bg2">
            <a:lumMod val="9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ja-JP" altLang="en-US"/>
              <a:t>マスター タイトルの書式設定</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17773" y="914400"/>
            <a:ext cx="10045427" cy="4464554"/>
          </a:xfrm>
        </p:spPr>
        <p:txBody>
          <a:bodyPr anchor="ctr">
            <a:noAutofit/>
          </a:bodyPr>
          <a:lstStyle>
            <a:lvl1pPr marL="0" indent="0">
              <a:lnSpc>
                <a:spcPct val="75000"/>
              </a:lnSpc>
              <a:buNone/>
              <a:defRPr sz="8800" b="0">
                <a:solidFill>
                  <a:schemeClr val="tx2"/>
                </a:solidFill>
                <a:latin typeface="+mj-lt"/>
              </a:defRPr>
            </a:lvl1pPr>
            <a:lvl2pPr marL="228600" indent="0">
              <a:lnSpc>
                <a:spcPct val="100000"/>
              </a:lnSpc>
              <a:buNone/>
              <a:defRPr sz="8000" b="0">
                <a:solidFill>
                  <a:schemeClr val="tx2"/>
                </a:solidFill>
                <a:latin typeface="+mj-lt"/>
              </a:defRPr>
            </a:lvl2pPr>
            <a:lvl3pPr marL="457200" indent="0">
              <a:lnSpc>
                <a:spcPct val="100000"/>
              </a:lnSpc>
              <a:buNone/>
              <a:defRPr sz="7200" b="0">
                <a:solidFill>
                  <a:schemeClr val="tx2"/>
                </a:solidFill>
                <a:latin typeface="+mj-lt"/>
              </a:defRPr>
            </a:lvl3pPr>
            <a:lvl4pPr marL="685800" indent="0">
              <a:lnSpc>
                <a:spcPct val="100000"/>
              </a:lnSpc>
              <a:buNone/>
              <a:defRPr sz="6600" b="0">
                <a:solidFill>
                  <a:schemeClr val="tx2"/>
                </a:solidFill>
                <a:latin typeface="+mj-lt"/>
              </a:defRPr>
            </a:lvl4pPr>
            <a:lvl5pPr marL="914400" indent="0">
              <a:lnSpc>
                <a:spcPct val="100000"/>
              </a:lnSpc>
              <a:buNone/>
              <a:defRPr sz="6000" b="0">
                <a:solidFill>
                  <a:schemeClr val="tx2"/>
                </a:solidFill>
                <a:latin typeface="+mj-lt"/>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317773" y="6263640"/>
            <a:ext cx="2963692" cy="413360"/>
          </a:xfrm>
        </p:spPr>
        <p:txBody>
          <a:bodyPr/>
          <a:lstStyle/>
          <a:p>
            <a:endParaRPr kumimoji="1" lang="ja-JP" alt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7680069" y="6263640"/>
            <a:ext cx="1921315" cy="413360"/>
          </a:xfrm>
        </p:spPr>
        <p:txBody>
          <a:bodyPr/>
          <a:lstStyle/>
          <a:p>
            <a:fld id="{8DC4806F-8A57-40BE-A78D-79608F060769}" type="datetimeFigureOut">
              <a:rPr kumimoji="1" lang="ja-JP" altLang="en-US" smtClean="0"/>
              <a:t>2026/10/8</a:t>
            </a:fld>
            <a:endParaRPr kumimoji="1" lang="ja-JP" alt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288870" y="6263640"/>
            <a:ext cx="546447" cy="413360"/>
          </a:xfrm>
        </p:spPr>
        <p:txBody>
          <a:bodyPr/>
          <a:lstStyle/>
          <a:p>
            <a:fld id="{3A65ADB7-264D-4521-B389-CB8384128B9B}" type="slidenum">
              <a:rPr kumimoji="1" lang="ja-JP" altLang="en-US" smtClean="0"/>
              <a:t>‹#›</a:t>
            </a:fld>
            <a:endParaRPr kumimoji="1" lang="ja-JP" altLang="en-US"/>
          </a:p>
        </p:txBody>
      </p:sp>
      <p:cxnSp>
        <p:nvCxnSpPr>
          <p:cNvPr id="6" name="Straight Connector 5">
            <a:extLst>
              <a:ext uri="{FF2B5EF4-FFF2-40B4-BE49-F238E27FC236}">
                <a16:creationId xmlns:a16="http://schemas.microsoft.com/office/drawing/2014/main" id="{1A935D4C-A027-60A0-BEB8-B1A89C1C5E3A}"/>
              </a:ext>
            </a:extLst>
          </p:cNvPr>
          <p:cNvCxnSpPr>
            <a:cxnSpLocks/>
          </p:cNvCxnSpPr>
          <p:nvPr/>
        </p:nvCxnSpPr>
        <p:spPr>
          <a:xfrm>
            <a:off x="0" y="6057900"/>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21034373"/>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reserve="1">
  <p:cSld name="Quot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hasCustomPrompt="1"/>
          </p:nvPr>
        </p:nvSpPr>
        <p:spPr>
          <a:xfrm>
            <a:off x="713232" y="5440220"/>
            <a:ext cx="9299448" cy="1015996"/>
          </a:xfrm>
        </p:spPr>
        <p:txBody>
          <a:bodyPr anchor="ctr">
            <a:normAutofit/>
          </a:bodyPr>
          <a:lstStyle>
            <a:lvl1pPr>
              <a:defRPr sz="2000" cap="none" baseline="0">
                <a:solidFill>
                  <a:schemeClr val="tx2"/>
                </a:solidFill>
                <a:latin typeface="+mn-lt"/>
              </a:defRPr>
            </a:lvl1pPr>
          </a:lstStyle>
          <a:p>
            <a:r>
              <a:rPr lang="en-US" dirty="0"/>
              <a:t>Quote Author</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hasCustomPrompt="1"/>
          </p:nvPr>
        </p:nvSpPr>
        <p:spPr>
          <a:xfrm>
            <a:off x="320040" y="1170816"/>
            <a:ext cx="9692640" cy="3872159"/>
          </a:xfrm>
        </p:spPr>
        <p:txBody>
          <a:bodyPr>
            <a:normAutofit/>
          </a:bodyPr>
          <a:lstStyle>
            <a:lvl1pPr marL="274320" indent="-274320">
              <a:lnSpc>
                <a:spcPct val="70000"/>
              </a:lnSpc>
              <a:buNone/>
              <a:defRPr sz="8800" cap="all" baseline="0">
                <a:solidFill>
                  <a:schemeClr val="tx2"/>
                </a:solidFill>
                <a:latin typeface="+mj-lt"/>
              </a:defRPr>
            </a:lvl1pPr>
            <a:lvl2pPr marL="274320" indent="-274320">
              <a:lnSpc>
                <a:spcPct val="70000"/>
              </a:lnSpc>
              <a:buNone/>
              <a:defRPr sz="8000" cap="all" baseline="0">
                <a:solidFill>
                  <a:schemeClr val="accent2">
                    <a:lumMod val="20000"/>
                    <a:lumOff val="80000"/>
                  </a:schemeClr>
                </a:solidFill>
                <a:latin typeface="+mj-lt"/>
              </a:defRPr>
            </a:lvl2pPr>
            <a:lvl3pPr marL="274320" indent="-274320">
              <a:lnSpc>
                <a:spcPct val="70000"/>
              </a:lnSpc>
              <a:buNone/>
              <a:defRPr sz="7200" cap="all" baseline="0">
                <a:solidFill>
                  <a:schemeClr val="accent2">
                    <a:lumMod val="20000"/>
                    <a:lumOff val="80000"/>
                  </a:schemeClr>
                </a:solidFill>
                <a:latin typeface="+mj-lt"/>
              </a:defRPr>
            </a:lvl3pPr>
            <a:lvl4pPr marL="274320" indent="-274320">
              <a:lnSpc>
                <a:spcPct val="70000"/>
              </a:lnSpc>
              <a:buNone/>
              <a:defRPr sz="6600" cap="all" baseline="0">
                <a:solidFill>
                  <a:schemeClr val="accent2">
                    <a:lumMod val="20000"/>
                    <a:lumOff val="80000"/>
                  </a:schemeClr>
                </a:solidFill>
                <a:latin typeface="+mj-lt"/>
              </a:defRPr>
            </a:lvl4pPr>
            <a:lvl5pPr marL="274320" indent="-274320">
              <a:lnSpc>
                <a:spcPct val="70000"/>
              </a:lnSpc>
              <a:buNone/>
              <a:defRPr sz="6600" cap="all" baseline="0">
                <a:solidFill>
                  <a:schemeClr val="accent2">
                    <a:lumMod val="20000"/>
                    <a:lumOff val="80000"/>
                  </a:schemeClr>
                </a:solidFill>
                <a:latin typeface="+mj-lt"/>
              </a:defRPr>
            </a:lvl5pPr>
          </a:lstStyle>
          <a:p>
            <a:pPr lvl="0"/>
            <a:r>
              <a:rPr lang="en-US" dirty="0"/>
              <a:t>Click to edit quote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lstStyle>
            <a:lvl1pPr>
              <a:defRPr>
                <a:solidFill>
                  <a:schemeClr val="tx2"/>
                </a:solidFill>
              </a:defRPr>
            </a:lvl1pPr>
          </a:lstStyle>
          <a:p>
            <a:endParaRPr kumimoji="1" lang="ja-JP" altLang="en-US"/>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2443788" cy="411480"/>
          </a:xfrm>
        </p:spPr>
        <p:txBody>
          <a:bodyPr/>
          <a:lstStyle>
            <a:lvl1pPr>
              <a:defRPr>
                <a:solidFill>
                  <a:schemeClr val="tx2"/>
                </a:solidFill>
              </a:defRPr>
            </a:lvl1p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10312"/>
            <a:ext cx="546447" cy="411480"/>
          </a:xfrm>
        </p:spPr>
        <p:txBody>
          <a:bodyPr/>
          <a:lstStyle>
            <a:lvl1pPr>
              <a:defRPr>
                <a:solidFill>
                  <a:schemeClr val="tx2"/>
                </a:solidFill>
              </a:defRPr>
            </a:lvl1pPr>
          </a:lstStyle>
          <a:p>
            <a:fld id="{3A65ADB7-264D-4521-B389-CB8384128B9B}" type="slidenum">
              <a:rPr kumimoji="1" lang="ja-JP" altLang="en-US" smtClean="0"/>
              <a:t>‹#›</a:t>
            </a:fld>
            <a:endParaRPr kumimoji="1" lang="ja-JP" altLang="en-US"/>
          </a:p>
        </p:txBody>
      </p:sp>
      <p:cxnSp>
        <p:nvCxnSpPr>
          <p:cNvPr id="9" name="Straight Connector 8">
            <a:extLst>
              <a:ext uri="{FF2B5EF4-FFF2-40B4-BE49-F238E27FC236}">
                <a16:creationId xmlns:a16="http://schemas.microsoft.com/office/drawing/2014/main" id="{1660C7B9-B6D9-6FB6-59EE-D9DB3BC93758}"/>
              </a:ext>
            </a:extLst>
          </p:cNvPr>
          <p:cNvCxnSpPr>
            <a:cxnSpLocks/>
          </p:cNvCxnSpPr>
          <p:nvPr/>
        </p:nvCxnSpPr>
        <p:spPr>
          <a:xfrm flipH="1">
            <a:off x="0" y="787179"/>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C15D9130-12F6-DFB8-70EF-9ACBA9FDECB0}"/>
              </a:ext>
            </a:extLst>
          </p:cNvPr>
          <p:cNvCxnSpPr>
            <a:cxnSpLocks/>
          </p:cNvCxnSpPr>
          <p:nvPr/>
        </p:nvCxnSpPr>
        <p:spPr>
          <a:xfrm>
            <a:off x="0" y="5274530"/>
            <a:ext cx="12192000" cy="0"/>
          </a:xfrm>
          <a:prstGeom prst="line">
            <a:avLst/>
          </a:prstGeom>
          <a:ln w="9525">
            <a:solidFill>
              <a:schemeClr val="bg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55438877"/>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2 つのコンテンツ">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E594AB-EF90-9591-5954-F617B83D139F}"/>
              </a:ext>
            </a:extLst>
          </p:cNvPr>
          <p:cNvSpPr>
            <a:spLocks noGrp="1"/>
          </p:cNvSpPr>
          <p:nvPr>
            <p:ph type="title"/>
          </p:nvPr>
        </p:nvSpPr>
        <p:spPr>
          <a:xfrm>
            <a:off x="320559" y="685800"/>
            <a:ext cx="11253668" cy="665690"/>
          </a:xfrm>
        </p:spPr>
        <p:txBody>
          <a:bodyPr vert="horz" lIns="91440" tIns="45720" rIns="91440" bIns="45720" rtlCol="0" anchor="b">
            <a:normAutofit/>
          </a:bodyPr>
          <a:lstStyle>
            <a:lvl1pPr>
              <a:defRPr lang="en-US" dirty="0"/>
            </a:lvl1pPr>
          </a:lstStyle>
          <a:p>
            <a:pPr lvl="0"/>
            <a:r>
              <a:rPr lang="ja-JP" altLang="en-US"/>
              <a:t>マスター タイトルの書式設定</a:t>
            </a:r>
            <a:endParaRPr lang="en-US" dirty="0"/>
          </a:p>
        </p:txBody>
      </p:sp>
      <p:sp>
        <p:nvSpPr>
          <p:cNvPr id="10" name="Footer Placeholder 9">
            <a:extLst>
              <a:ext uri="{FF2B5EF4-FFF2-40B4-BE49-F238E27FC236}">
                <a16:creationId xmlns:a16="http://schemas.microsoft.com/office/drawing/2014/main" id="{96A57BED-3AFE-6AA9-E0D5-586748D61F6A}"/>
              </a:ext>
            </a:extLst>
          </p:cNvPr>
          <p:cNvSpPr>
            <a:spLocks noGrp="1"/>
          </p:cNvSpPr>
          <p:nvPr>
            <p:ph type="ftr" sz="quarter" idx="11"/>
          </p:nvPr>
        </p:nvSpPr>
        <p:spPr/>
        <p:txBody>
          <a:bodyPr/>
          <a:lstStyle/>
          <a:p>
            <a:endParaRPr kumimoji="1" lang="ja-JP" altLang="en-US"/>
          </a:p>
        </p:txBody>
      </p:sp>
      <p:sp>
        <p:nvSpPr>
          <p:cNvPr id="9" name="Date Placeholder 8">
            <a:extLst>
              <a:ext uri="{FF2B5EF4-FFF2-40B4-BE49-F238E27FC236}">
                <a16:creationId xmlns:a16="http://schemas.microsoft.com/office/drawing/2014/main" id="{47C21221-DC95-273B-0C4F-43B35ADA1C0E}"/>
              </a:ext>
            </a:extLst>
          </p:cNvPr>
          <p:cNvSpPr>
            <a:spLocks noGrp="1"/>
          </p:cNvSpPr>
          <p:nvPr>
            <p:ph type="dt" sz="half" idx="10"/>
          </p:nvPr>
        </p:nvSpPr>
        <p:spPr/>
        <p:txBody>
          <a:bodyPr/>
          <a:lstStyle/>
          <a:p>
            <a:fld id="{8DC4806F-8A57-40BE-A78D-79608F060769}" type="datetimeFigureOut">
              <a:rPr kumimoji="1" lang="ja-JP" altLang="en-US" smtClean="0"/>
              <a:t>2026/10/8</a:t>
            </a:fld>
            <a:endParaRPr kumimoji="1" lang="ja-JP" altLang="en-US"/>
          </a:p>
        </p:txBody>
      </p:sp>
      <p:sp>
        <p:nvSpPr>
          <p:cNvPr id="11" name="Slide Number Placeholder 10">
            <a:extLst>
              <a:ext uri="{FF2B5EF4-FFF2-40B4-BE49-F238E27FC236}">
                <a16:creationId xmlns:a16="http://schemas.microsoft.com/office/drawing/2014/main" id="{2E44E859-99AA-D46F-1AD8-4C0F287F3783}"/>
              </a:ext>
            </a:extLst>
          </p:cNvPr>
          <p:cNvSpPr>
            <a:spLocks noGrp="1"/>
          </p:cNvSpPr>
          <p:nvPr>
            <p:ph type="sldNum" sz="quarter" idx="12"/>
          </p:nvPr>
        </p:nvSpPr>
        <p:spPr/>
        <p:txBody>
          <a:bodyPr/>
          <a:lstStyle/>
          <a:p>
            <a:fld id="{3A65ADB7-264D-4521-B389-CB8384128B9B}" type="slidenum">
              <a:rPr kumimoji="1" lang="ja-JP" altLang="en-US" smtClean="0"/>
              <a:t>‹#›</a:t>
            </a:fld>
            <a:endParaRPr kumimoji="1" lang="ja-JP" altLang="en-US"/>
          </a:p>
        </p:txBody>
      </p:sp>
      <p:sp>
        <p:nvSpPr>
          <p:cNvPr id="3" name="Content Placeholder 2">
            <a:extLst>
              <a:ext uri="{FF2B5EF4-FFF2-40B4-BE49-F238E27FC236}">
                <a16:creationId xmlns:a16="http://schemas.microsoft.com/office/drawing/2014/main" id="{F2C3231F-0FFC-E2BB-36F8-9816E4DECEB6}"/>
              </a:ext>
            </a:extLst>
          </p:cNvPr>
          <p:cNvSpPr>
            <a:spLocks noGrp="1"/>
          </p:cNvSpPr>
          <p:nvPr>
            <p:ph sz="half" idx="1"/>
          </p:nvPr>
        </p:nvSpPr>
        <p:spPr>
          <a:xfrm>
            <a:off x="317773" y="1773857"/>
            <a:ext cx="5349240" cy="445312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a:extLst>
              <a:ext uri="{FF2B5EF4-FFF2-40B4-BE49-F238E27FC236}">
                <a16:creationId xmlns:a16="http://schemas.microsoft.com/office/drawing/2014/main" id="{193CC2C1-ED8C-D52E-BEF5-671EDC62385A}"/>
              </a:ext>
            </a:extLst>
          </p:cNvPr>
          <p:cNvSpPr>
            <a:spLocks noGrp="1"/>
          </p:cNvSpPr>
          <p:nvPr>
            <p:ph sz="half" idx="2"/>
          </p:nvPr>
        </p:nvSpPr>
        <p:spPr>
          <a:xfrm>
            <a:off x="6224987" y="1773858"/>
            <a:ext cx="5349240" cy="445312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cxnSp>
        <p:nvCxnSpPr>
          <p:cNvPr id="8" name="Straight Connector 7">
            <a:extLst>
              <a:ext uri="{FF2B5EF4-FFF2-40B4-BE49-F238E27FC236}">
                <a16:creationId xmlns:a16="http://schemas.microsoft.com/office/drawing/2014/main" id="{2397169B-5226-712F-36F4-352E56B637D4}"/>
              </a:ext>
            </a:extLst>
          </p:cNvPr>
          <p:cNvCxnSpPr>
            <a:cxnSpLocks/>
          </p:cNvCxnSpPr>
          <p:nvPr/>
        </p:nvCxnSpPr>
        <p:spPr>
          <a:xfrm>
            <a:off x="0" y="1442826"/>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838210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比較">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4958D-8125-1BDA-53C9-9E2D338832F5}"/>
              </a:ext>
            </a:extLst>
          </p:cNvPr>
          <p:cNvSpPr>
            <a:spLocks noGrp="1"/>
          </p:cNvSpPr>
          <p:nvPr>
            <p:ph type="title"/>
          </p:nvPr>
        </p:nvSpPr>
        <p:spPr>
          <a:xfrm>
            <a:off x="317772" y="685800"/>
            <a:ext cx="11256264" cy="667512"/>
          </a:xfrm>
        </p:spPr>
        <p:txBody>
          <a:bodyPr vert="horz" lIns="91440" tIns="45720" rIns="91440" bIns="45720" rtlCol="0" anchor="b">
            <a:normAutofit/>
          </a:bodyPr>
          <a:lstStyle>
            <a:lvl1pPr>
              <a:defRPr lang="en-US" dirty="0"/>
            </a:lvl1pPr>
          </a:lstStyle>
          <a:p>
            <a:pPr lvl="0"/>
            <a:r>
              <a:rPr lang="ja-JP" altLang="en-US"/>
              <a:t>マスター タイトルの書式設定</a:t>
            </a:r>
            <a:endParaRPr lang="en-US" dirty="0"/>
          </a:p>
        </p:txBody>
      </p:sp>
      <p:sp>
        <p:nvSpPr>
          <p:cNvPr id="8" name="Footer Placeholder 7">
            <a:extLst>
              <a:ext uri="{FF2B5EF4-FFF2-40B4-BE49-F238E27FC236}">
                <a16:creationId xmlns:a16="http://schemas.microsoft.com/office/drawing/2014/main" id="{7D294A4A-89C4-68BF-6701-5C47F940E3D6}"/>
              </a:ext>
            </a:extLst>
          </p:cNvPr>
          <p:cNvSpPr>
            <a:spLocks noGrp="1"/>
          </p:cNvSpPr>
          <p:nvPr>
            <p:ph type="ftr" sz="quarter" idx="11"/>
          </p:nvPr>
        </p:nvSpPr>
        <p:spPr/>
        <p:txBody>
          <a:bodyPr/>
          <a:lstStyle/>
          <a:p>
            <a:endParaRPr kumimoji="1" lang="ja-JP" altLang="en-US"/>
          </a:p>
        </p:txBody>
      </p:sp>
      <p:sp>
        <p:nvSpPr>
          <p:cNvPr id="7" name="Date Placeholder 6">
            <a:extLst>
              <a:ext uri="{FF2B5EF4-FFF2-40B4-BE49-F238E27FC236}">
                <a16:creationId xmlns:a16="http://schemas.microsoft.com/office/drawing/2014/main" id="{977908BC-F48B-81E4-8D93-7DB9E37161B6}"/>
              </a:ext>
            </a:extLst>
          </p:cNvPr>
          <p:cNvSpPr>
            <a:spLocks noGrp="1"/>
          </p:cNvSpPr>
          <p:nvPr>
            <p:ph type="dt" sz="half" idx="10"/>
          </p:nvPr>
        </p:nvSpPr>
        <p:spPr/>
        <p:txBody>
          <a:bodyPr/>
          <a:lstStyle/>
          <a:p>
            <a:fld id="{8DC4806F-8A57-40BE-A78D-79608F060769}" type="datetimeFigureOut">
              <a:rPr kumimoji="1" lang="ja-JP" altLang="en-US" smtClean="0"/>
              <a:t>2026/10/8</a:t>
            </a:fld>
            <a:endParaRPr kumimoji="1" lang="ja-JP" altLang="en-US"/>
          </a:p>
        </p:txBody>
      </p:sp>
      <p:sp>
        <p:nvSpPr>
          <p:cNvPr id="9" name="Slide Number Placeholder 8">
            <a:extLst>
              <a:ext uri="{FF2B5EF4-FFF2-40B4-BE49-F238E27FC236}">
                <a16:creationId xmlns:a16="http://schemas.microsoft.com/office/drawing/2014/main" id="{27F93A54-CB38-BEAF-260B-84EDDF3011D2}"/>
              </a:ext>
            </a:extLst>
          </p:cNvPr>
          <p:cNvSpPr>
            <a:spLocks noGrp="1"/>
          </p:cNvSpPr>
          <p:nvPr>
            <p:ph type="sldNum" sz="quarter" idx="12"/>
          </p:nvPr>
        </p:nvSpPr>
        <p:spPr/>
        <p:txBody>
          <a:bodyPr/>
          <a:lstStyle/>
          <a:p>
            <a:fld id="{3A65ADB7-264D-4521-B389-CB8384128B9B}" type="slidenum">
              <a:rPr kumimoji="1" lang="ja-JP" altLang="en-US" smtClean="0"/>
              <a:t>‹#›</a:t>
            </a:fld>
            <a:endParaRPr kumimoji="1" lang="ja-JP" altLang="en-US"/>
          </a:p>
        </p:txBody>
      </p:sp>
      <p:sp>
        <p:nvSpPr>
          <p:cNvPr id="3" name="Text Placeholder 2">
            <a:extLst>
              <a:ext uri="{FF2B5EF4-FFF2-40B4-BE49-F238E27FC236}">
                <a16:creationId xmlns:a16="http://schemas.microsoft.com/office/drawing/2014/main" id="{7709FF10-A82A-AAEB-4B8C-921F3BA2028E}"/>
              </a:ext>
            </a:extLst>
          </p:cNvPr>
          <p:cNvSpPr>
            <a:spLocks noGrp="1"/>
          </p:cNvSpPr>
          <p:nvPr>
            <p:ph type="body" idx="1"/>
          </p:nvPr>
        </p:nvSpPr>
        <p:spPr>
          <a:xfrm>
            <a:off x="317773" y="1773857"/>
            <a:ext cx="5349064" cy="590144"/>
          </a:xfrm>
        </p:spPr>
        <p:txBody>
          <a:bodyPr anchor="b">
            <a:normAutofit/>
          </a:bodyPr>
          <a:lstStyle>
            <a:lvl1pPr marL="0" indent="0">
              <a:buNone/>
              <a:defRPr sz="18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a:extLst>
              <a:ext uri="{FF2B5EF4-FFF2-40B4-BE49-F238E27FC236}">
                <a16:creationId xmlns:a16="http://schemas.microsoft.com/office/drawing/2014/main" id="{184D3C6A-509A-8CB1-B220-1CE755BE2FE8}"/>
              </a:ext>
            </a:extLst>
          </p:cNvPr>
          <p:cNvSpPr>
            <a:spLocks noGrp="1"/>
          </p:cNvSpPr>
          <p:nvPr>
            <p:ph sz="half" idx="2"/>
          </p:nvPr>
        </p:nvSpPr>
        <p:spPr>
          <a:xfrm>
            <a:off x="317773" y="2368476"/>
            <a:ext cx="5349064" cy="385876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a:extLst>
              <a:ext uri="{FF2B5EF4-FFF2-40B4-BE49-F238E27FC236}">
                <a16:creationId xmlns:a16="http://schemas.microsoft.com/office/drawing/2014/main" id="{CA627A15-4AB2-F230-22C7-0605AFD7DF22}"/>
              </a:ext>
            </a:extLst>
          </p:cNvPr>
          <p:cNvSpPr>
            <a:spLocks noGrp="1"/>
          </p:cNvSpPr>
          <p:nvPr>
            <p:ph type="body" sz="quarter" idx="3"/>
          </p:nvPr>
        </p:nvSpPr>
        <p:spPr>
          <a:xfrm>
            <a:off x="6224796" y="1773857"/>
            <a:ext cx="5349240" cy="590144"/>
          </a:xfrm>
        </p:spPr>
        <p:txBody>
          <a:bodyPr anchor="b">
            <a:normAutofit/>
          </a:bodyPr>
          <a:lstStyle>
            <a:lvl1pPr marL="0" indent="0">
              <a:buNone/>
              <a:defRPr sz="18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a:extLst>
              <a:ext uri="{FF2B5EF4-FFF2-40B4-BE49-F238E27FC236}">
                <a16:creationId xmlns:a16="http://schemas.microsoft.com/office/drawing/2014/main" id="{C61ECFD5-92D0-1854-D18E-8BC5DF56A70E}"/>
              </a:ext>
            </a:extLst>
          </p:cNvPr>
          <p:cNvSpPr>
            <a:spLocks noGrp="1"/>
          </p:cNvSpPr>
          <p:nvPr>
            <p:ph sz="quarter" idx="4"/>
          </p:nvPr>
        </p:nvSpPr>
        <p:spPr>
          <a:xfrm>
            <a:off x="6224796" y="2368476"/>
            <a:ext cx="5349240" cy="385876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cxnSp>
        <p:nvCxnSpPr>
          <p:cNvPr id="10" name="Straight Connector 9">
            <a:extLst>
              <a:ext uri="{FF2B5EF4-FFF2-40B4-BE49-F238E27FC236}">
                <a16:creationId xmlns:a16="http://schemas.microsoft.com/office/drawing/2014/main" id="{3D1AC07E-A077-E2A6-1718-DDDA542A8A98}"/>
              </a:ext>
            </a:extLst>
          </p:cNvPr>
          <p:cNvCxnSpPr>
            <a:cxnSpLocks/>
          </p:cNvCxnSpPr>
          <p:nvPr/>
        </p:nvCxnSpPr>
        <p:spPr>
          <a:xfrm>
            <a:off x="0" y="1442826"/>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037146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17042-CDCB-3B2F-8C5B-24B17903E7D2}"/>
              </a:ext>
            </a:extLst>
          </p:cNvPr>
          <p:cNvSpPr>
            <a:spLocks noGrp="1"/>
          </p:cNvSpPr>
          <p:nvPr>
            <p:ph type="title"/>
          </p:nvPr>
        </p:nvSpPr>
        <p:spPr/>
        <p:txBody>
          <a:bodyPr vert="horz" lIns="91440" tIns="45720" rIns="91440" bIns="45720" rtlCol="0" anchor="b">
            <a:normAutofit/>
          </a:bodyPr>
          <a:lstStyle>
            <a:lvl1pPr>
              <a:defRPr lang="en-US" dirty="0"/>
            </a:lvl1pPr>
          </a:lstStyle>
          <a:p>
            <a:pPr lvl="0"/>
            <a:r>
              <a:rPr lang="ja-JP" altLang="en-US"/>
              <a:t>マスター タイトルの書式設定</a:t>
            </a:r>
            <a:endParaRPr lang="en-US" dirty="0"/>
          </a:p>
        </p:txBody>
      </p:sp>
      <p:sp>
        <p:nvSpPr>
          <p:cNvPr id="4" name="Footer Placeholder 3">
            <a:extLst>
              <a:ext uri="{FF2B5EF4-FFF2-40B4-BE49-F238E27FC236}">
                <a16:creationId xmlns:a16="http://schemas.microsoft.com/office/drawing/2014/main" id="{3BA4C6AE-702E-258F-EA5E-02906C70DFD8}"/>
              </a:ext>
            </a:extLst>
          </p:cNvPr>
          <p:cNvSpPr>
            <a:spLocks noGrp="1"/>
          </p:cNvSpPr>
          <p:nvPr>
            <p:ph type="ftr" sz="quarter" idx="11"/>
          </p:nvPr>
        </p:nvSpPr>
        <p:spPr/>
        <p:txBody>
          <a:bodyPr/>
          <a:lstStyle/>
          <a:p>
            <a:endParaRPr kumimoji="1" lang="ja-JP" altLang="en-US"/>
          </a:p>
        </p:txBody>
      </p:sp>
      <p:sp>
        <p:nvSpPr>
          <p:cNvPr id="3" name="Date Placeholder 2">
            <a:extLst>
              <a:ext uri="{FF2B5EF4-FFF2-40B4-BE49-F238E27FC236}">
                <a16:creationId xmlns:a16="http://schemas.microsoft.com/office/drawing/2014/main" id="{12339AE3-ADB1-728F-9FBA-2FD43A0AC300}"/>
              </a:ext>
            </a:extLst>
          </p:cNvPr>
          <p:cNvSpPr>
            <a:spLocks noGrp="1"/>
          </p:cNvSpPr>
          <p:nvPr>
            <p:ph type="dt" sz="half" idx="10"/>
          </p:nvPr>
        </p:nvSpPr>
        <p:spPr/>
        <p:txBody>
          <a:bodyPr/>
          <a:lstStyle/>
          <a:p>
            <a:fld id="{8DC4806F-8A57-40BE-A78D-79608F060769}" type="datetimeFigureOut">
              <a:rPr kumimoji="1" lang="ja-JP" altLang="en-US" smtClean="0"/>
              <a:t>2026/10/8</a:t>
            </a:fld>
            <a:endParaRPr kumimoji="1" lang="ja-JP" altLang="en-US"/>
          </a:p>
        </p:txBody>
      </p:sp>
      <p:sp>
        <p:nvSpPr>
          <p:cNvPr id="5" name="Slide Number Placeholder 4">
            <a:extLst>
              <a:ext uri="{FF2B5EF4-FFF2-40B4-BE49-F238E27FC236}">
                <a16:creationId xmlns:a16="http://schemas.microsoft.com/office/drawing/2014/main" id="{FD965F4B-E6CF-D83A-1F1B-81274FD57428}"/>
              </a:ext>
            </a:extLst>
          </p:cNvPr>
          <p:cNvSpPr>
            <a:spLocks noGrp="1"/>
          </p:cNvSpPr>
          <p:nvPr>
            <p:ph type="sldNum" sz="quarter" idx="12"/>
          </p:nvPr>
        </p:nvSpPr>
        <p:spPr/>
        <p:txBody>
          <a:bodyPr/>
          <a:lstStyle/>
          <a:p>
            <a:fld id="{3A65ADB7-264D-4521-B389-CB8384128B9B}" type="slidenum">
              <a:rPr kumimoji="1" lang="ja-JP" altLang="en-US" smtClean="0"/>
              <a:t>‹#›</a:t>
            </a:fld>
            <a:endParaRPr kumimoji="1" lang="ja-JP" altLang="en-US"/>
          </a:p>
        </p:txBody>
      </p:sp>
    </p:spTree>
    <p:extLst>
      <p:ext uri="{BB962C8B-B14F-4D97-AF65-F5344CB8AC3E}">
        <p14:creationId xmlns:p14="http://schemas.microsoft.com/office/powerpoint/2010/main" val="257161375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F5E52550-02A6-D7FB-DD57-70C87BAA4FE2}"/>
              </a:ext>
            </a:extLst>
          </p:cNvPr>
          <p:cNvSpPr>
            <a:spLocks noGrp="1"/>
          </p:cNvSpPr>
          <p:nvPr>
            <p:ph type="ftr" sz="quarter" idx="11"/>
          </p:nvPr>
        </p:nvSpPr>
        <p:spPr/>
        <p:txBody>
          <a:bodyPr/>
          <a:lstStyle/>
          <a:p>
            <a:endParaRPr kumimoji="1" lang="ja-JP" altLang="en-US"/>
          </a:p>
        </p:txBody>
      </p:sp>
      <p:sp>
        <p:nvSpPr>
          <p:cNvPr id="2" name="Date Placeholder 1">
            <a:extLst>
              <a:ext uri="{FF2B5EF4-FFF2-40B4-BE49-F238E27FC236}">
                <a16:creationId xmlns:a16="http://schemas.microsoft.com/office/drawing/2014/main" id="{B402D272-B561-7F82-06FB-C5DE719AAE9A}"/>
              </a:ext>
            </a:extLst>
          </p:cNvPr>
          <p:cNvSpPr>
            <a:spLocks noGrp="1"/>
          </p:cNvSpPr>
          <p:nvPr>
            <p:ph type="dt" sz="half" idx="10"/>
          </p:nvPr>
        </p:nvSpPr>
        <p:spPr/>
        <p:txBody>
          <a:bodyPr/>
          <a:lstStyle/>
          <a:p>
            <a:fld id="{8DC4806F-8A57-40BE-A78D-79608F060769}" type="datetimeFigureOut">
              <a:rPr kumimoji="1" lang="ja-JP" altLang="en-US" smtClean="0"/>
              <a:t>2026/10/8</a:t>
            </a:fld>
            <a:endParaRPr kumimoji="1" lang="ja-JP" altLang="en-US"/>
          </a:p>
        </p:txBody>
      </p:sp>
      <p:sp>
        <p:nvSpPr>
          <p:cNvPr id="4" name="Slide Number Placeholder 3">
            <a:extLst>
              <a:ext uri="{FF2B5EF4-FFF2-40B4-BE49-F238E27FC236}">
                <a16:creationId xmlns:a16="http://schemas.microsoft.com/office/drawing/2014/main" id="{A7EF0FF0-3A36-A128-D75E-71A4B54CB6CD}"/>
              </a:ext>
            </a:extLst>
          </p:cNvPr>
          <p:cNvSpPr>
            <a:spLocks noGrp="1"/>
          </p:cNvSpPr>
          <p:nvPr>
            <p:ph type="sldNum" sz="quarter" idx="12"/>
          </p:nvPr>
        </p:nvSpPr>
        <p:spPr/>
        <p:txBody>
          <a:bodyPr/>
          <a:lstStyle/>
          <a:p>
            <a:fld id="{3A65ADB7-264D-4521-B389-CB8384128B9B}" type="slidenum">
              <a:rPr kumimoji="1" lang="ja-JP" altLang="en-US" smtClean="0"/>
              <a:t>‹#›</a:t>
            </a:fld>
            <a:endParaRPr kumimoji="1" lang="ja-JP" altLang="en-US"/>
          </a:p>
        </p:txBody>
      </p:sp>
    </p:spTree>
    <p:extLst>
      <p:ext uri="{BB962C8B-B14F-4D97-AF65-F5344CB8AC3E}">
        <p14:creationId xmlns:p14="http://schemas.microsoft.com/office/powerpoint/2010/main" val="377992292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Conclusion">
    <p:bg>
      <p:bgRef idx="1001">
        <a:schemeClr val="bg2"/>
      </p:bgRef>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18A45ECA-9413-0F81-085A-48CF6F23E1DC}"/>
              </a:ext>
            </a:extLst>
          </p:cNvPr>
          <p:cNvCxnSpPr>
            <a:cxnSpLocks/>
          </p:cNvCxnSpPr>
          <p:nvPr/>
        </p:nvCxnSpPr>
        <p:spPr>
          <a:xfrm>
            <a:off x="0" y="2118492"/>
            <a:ext cx="12192000" cy="0"/>
          </a:xfrm>
          <a:prstGeom prst="line">
            <a:avLst/>
          </a:prstGeom>
          <a:ln w="9525">
            <a:solidFill>
              <a:schemeClr val="tx1">
                <a:lumMod val="85000"/>
              </a:schemeClr>
            </a:soli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832104"/>
            <a:ext cx="11253668" cy="1225296"/>
          </a:xfrm>
        </p:spPr>
        <p:txBody>
          <a:bodyPr>
            <a:normAutofit/>
          </a:bodyPr>
          <a:lstStyle>
            <a:lvl1pPr>
              <a:defRPr sz="8800">
                <a:solidFill>
                  <a:schemeClr val="tx2"/>
                </a:solidFill>
              </a:defRPr>
            </a:lvl1pPr>
          </a:lstStyle>
          <a:p>
            <a:r>
              <a:rPr lang="ja-JP" altLang="en-US"/>
              <a:t>マスター タイトルの書式設定</a:t>
            </a:r>
            <a:endParaRPr lang="en-US" dirty="0"/>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6263640"/>
            <a:ext cx="2962656" cy="411480"/>
          </a:xfrm>
        </p:spPr>
        <p:txBody>
          <a:bodyPr/>
          <a:lstStyle>
            <a:lvl1pPr>
              <a:defRPr>
                <a:solidFill>
                  <a:schemeClr val="tx2"/>
                </a:solidFill>
              </a:defRPr>
            </a:lvl1pPr>
          </a:lstStyle>
          <a:p>
            <a:endParaRPr kumimoji="1" lang="ja-JP" altLang="en-US"/>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1" y="6263640"/>
            <a:ext cx="1933553" cy="411480"/>
          </a:xfrm>
        </p:spPr>
        <p:txBody>
          <a:bodyPr/>
          <a:lstStyle>
            <a:lvl1pPr>
              <a:defRPr>
                <a:solidFill>
                  <a:schemeClr val="tx2"/>
                </a:solidFill>
              </a:defRPr>
            </a:lvl1p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6263640"/>
            <a:ext cx="546447" cy="413360"/>
          </a:xfrm>
        </p:spPr>
        <p:txBody>
          <a:bodyPr/>
          <a:lstStyle>
            <a:lvl1pPr>
              <a:defRPr>
                <a:solidFill>
                  <a:schemeClr val="tx2"/>
                </a:solidFill>
              </a:defRPr>
            </a:lvl1pPr>
          </a:lstStyle>
          <a:p>
            <a:fld id="{3A65ADB7-264D-4521-B389-CB8384128B9B}" type="slidenum">
              <a:rPr kumimoji="1" lang="ja-JP" altLang="en-US" smtClean="0"/>
              <a:t>‹#›</a:t>
            </a:fld>
            <a:endParaRPr kumimoji="1" lang="ja-JP" alt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0557" y="3429001"/>
            <a:ext cx="11253669" cy="2773546"/>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Tree>
    <p:extLst>
      <p:ext uri="{BB962C8B-B14F-4D97-AF65-F5344CB8AC3E}">
        <p14:creationId xmlns:p14="http://schemas.microsoft.com/office/powerpoint/2010/main" val="1102715111"/>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obj" preserve="1">
  <p:cSld name="Conclusion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60" y="1270390"/>
            <a:ext cx="7929980" cy="2060888"/>
          </a:xfrm>
        </p:spPr>
        <p:txBody>
          <a:bodyPr>
            <a:normAutofit/>
          </a:bodyPr>
          <a:lstStyle>
            <a:lvl1pPr>
              <a:defRPr sz="8800">
                <a:solidFill>
                  <a:schemeClr val="tx2"/>
                </a:solidFill>
              </a:defRPr>
            </a:lvl1p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5" y="3794761"/>
            <a:ext cx="7932765" cy="1531091"/>
          </a:xfrm>
        </p:spPr>
        <p:txBody>
          <a:bodyPr>
            <a:normAutofit/>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3482"/>
            <a:ext cx="2962656" cy="411480"/>
          </a:xfrm>
        </p:spPr>
        <p:txBody>
          <a:bodyPr/>
          <a:lstStyle/>
          <a:p>
            <a:endParaRPr kumimoji="1" lang="ja-JP" altLang="en-US"/>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lstStyle/>
          <a:p>
            <a:fld id="{3A65ADB7-264D-4521-B389-CB8384128B9B}" type="slidenum">
              <a:rPr kumimoji="1" lang="ja-JP" altLang="en-US" smtClean="0"/>
              <a:t>‹#›</a:t>
            </a:fld>
            <a:endParaRPr kumimoji="1" lang="ja-JP" altLang="en-US"/>
          </a:p>
        </p:txBody>
      </p:sp>
      <p:cxnSp>
        <p:nvCxnSpPr>
          <p:cNvPr id="7" name="Straight Connector 6">
            <a:extLst>
              <a:ext uri="{FF2B5EF4-FFF2-40B4-BE49-F238E27FC236}">
                <a16:creationId xmlns:a16="http://schemas.microsoft.com/office/drawing/2014/main" id="{F4D168F9-DE00-B9C1-AD77-139DA8AF3364}"/>
              </a:ext>
            </a:extLst>
          </p:cNvPr>
          <p:cNvCxnSpPr>
            <a:cxnSpLocks/>
          </p:cNvCxnSpPr>
          <p:nvPr/>
        </p:nvCxnSpPr>
        <p:spPr>
          <a:xfrm>
            <a:off x="0" y="3434907"/>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36730720"/>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C4398EFF-E3C5-E79D-1BD3-016E84949F9C}"/>
              </a:ext>
            </a:extLst>
          </p:cNvPr>
          <p:cNvCxnSpPr>
            <a:cxnSpLocks/>
          </p:cNvCxnSpPr>
          <p:nvPr/>
        </p:nvCxnSpPr>
        <p:spPr>
          <a:xfrm>
            <a:off x="0" y="789563"/>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
        <p:nvSpPr>
          <p:cNvPr id="2" name="Title Placeholder 1">
            <a:extLst>
              <a:ext uri="{FF2B5EF4-FFF2-40B4-BE49-F238E27FC236}">
                <a16:creationId xmlns:a16="http://schemas.microsoft.com/office/drawing/2014/main" id="{66478947-1D67-18A4-7E48-5B4B2F97FBE9}"/>
              </a:ext>
            </a:extLst>
          </p:cNvPr>
          <p:cNvSpPr>
            <a:spLocks noGrp="1"/>
          </p:cNvSpPr>
          <p:nvPr>
            <p:ph type="title"/>
          </p:nvPr>
        </p:nvSpPr>
        <p:spPr>
          <a:xfrm>
            <a:off x="320559" y="935798"/>
            <a:ext cx="11253668" cy="665690"/>
          </a:xfrm>
          <a:prstGeom prst="rect">
            <a:avLst/>
          </a:prstGeom>
        </p:spPr>
        <p:txBody>
          <a:bodyPr vert="horz" lIns="91440" tIns="45720" rIns="91440" bIns="45720" rtlCol="0" anchor="b">
            <a:normAutofit/>
          </a:bodyPr>
          <a:lstStyle/>
          <a:p>
            <a:r>
              <a:rPr lang="ja-JP" altLang="en-US"/>
              <a:t>マスター タイトルの書式設定</a:t>
            </a:r>
            <a:endParaRPr lang="en-US" dirty="0"/>
          </a:p>
        </p:txBody>
      </p:sp>
      <p:sp>
        <p:nvSpPr>
          <p:cNvPr id="3" name="Text Placeholder 2">
            <a:extLst>
              <a:ext uri="{FF2B5EF4-FFF2-40B4-BE49-F238E27FC236}">
                <a16:creationId xmlns:a16="http://schemas.microsoft.com/office/drawing/2014/main" id="{7DFE08CA-9517-ABC1-E915-31EA6D7B73C7}"/>
              </a:ext>
            </a:extLst>
          </p:cNvPr>
          <p:cNvSpPr>
            <a:spLocks noGrp="1"/>
          </p:cNvSpPr>
          <p:nvPr>
            <p:ph type="body" idx="1"/>
          </p:nvPr>
        </p:nvSpPr>
        <p:spPr>
          <a:xfrm>
            <a:off x="320559" y="1707581"/>
            <a:ext cx="11253668" cy="4848333"/>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00E3983D-E783-AAEC-26DB-4B3F6511C702}"/>
              </a:ext>
            </a:extLst>
          </p:cNvPr>
          <p:cNvSpPr>
            <a:spLocks noGrp="1"/>
          </p:cNvSpPr>
          <p:nvPr>
            <p:ph type="ftr" sz="quarter" idx="3"/>
          </p:nvPr>
        </p:nvSpPr>
        <p:spPr>
          <a:xfrm>
            <a:off x="317773" y="207982"/>
            <a:ext cx="2963692" cy="413360"/>
          </a:xfrm>
          <a:prstGeom prst="rect">
            <a:avLst/>
          </a:prstGeom>
        </p:spPr>
        <p:txBody>
          <a:bodyPr vert="horz" lIns="91440" tIns="45720" rIns="91440" bIns="45720" rtlCol="0" anchor="ctr">
            <a:normAutofit/>
          </a:bodyPr>
          <a:lstStyle>
            <a:lvl1pPr algn="l">
              <a:defRPr sz="850" b="1" cap="all" spc="100" baseline="0">
                <a:solidFill>
                  <a:schemeClr val="tx2"/>
                </a:solidFill>
              </a:defRPr>
            </a:lvl1pPr>
          </a:lstStyle>
          <a:p>
            <a:endParaRPr kumimoji="1" lang="ja-JP" altLang="en-US"/>
          </a:p>
        </p:txBody>
      </p:sp>
      <p:sp>
        <p:nvSpPr>
          <p:cNvPr id="4" name="Date Placeholder 3">
            <a:extLst>
              <a:ext uri="{FF2B5EF4-FFF2-40B4-BE49-F238E27FC236}">
                <a16:creationId xmlns:a16="http://schemas.microsoft.com/office/drawing/2014/main" id="{70454426-0A97-D20B-FD06-9648AED7773C}"/>
              </a:ext>
            </a:extLst>
          </p:cNvPr>
          <p:cNvSpPr>
            <a:spLocks noGrp="1"/>
          </p:cNvSpPr>
          <p:nvPr>
            <p:ph type="dt" sz="half" idx="2"/>
          </p:nvPr>
        </p:nvSpPr>
        <p:spPr>
          <a:xfrm>
            <a:off x="7680069" y="207982"/>
            <a:ext cx="1921315" cy="413360"/>
          </a:xfrm>
          <a:prstGeom prst="rect">
            <a:avLst/>
          </a:prstGeom>
        </p:spPr>
        <p:txBody>
          <a:bodyPr vert="horz" lIns="91440" tIns="45720" rIns="91440" bIns="45720" rtlCol="0" anchor="ctr">
            <a:normAutofit/>
          </a:bodyPr>
          <a:lstStyle>
            <a:lvl1pPr algn="l">
              <a:defRPr sz="850" b="1" cap="all" spc="100" baseline="0">
                <a:solidFill>
                  <a:schemeClr val="tx2"/>
                </a:solidFill>
              </a:defRPr>
            </a:lvl1pPr>
          </a:lstStyle>
          <a:p>
            <a:fld id="{8DC4806F-8A57-40BE-A78D-79608F060769}" type="datetimeFigureOut">
              <a:rPr kumimoji="1" lang="ja-JP" altLang="en-US" smtClean="0"/>
              <a:t>2026/10/8</a:t>
            </a:fld>
            <a:endParaRPr kumimoji="1" lang="ja-JP" altLang="en-US"/>
          </a:p>
        </p:txBody>
      </p:sp>
      <p:sp>
        <p:nvSpPr>
          <p:cNvPr id="6" name="Slide Number Placeholder 5">
            <a:extLst>
              <a:ext uri="{FF2B5EF4-FFF2-40B4-BE49-F238E27FC236}">
                <a16:creationId xmlns:a16="http://schemas.microsoft.com/office/drawing/2014/main" id="{7DA13386-8E2A-2962-4804-81558038BA54}"/>
              </a:ext>
            </a:extLst>
          </p:cNvPr>
          <p:cNvSpPr>
            <a:spLocks noGrp="1"/>
          </p:cNvSpPr>
          <p:nvPr>
            <p:ph type="sldNum" sz="quarter" idx="4"/>
          </p:nvPr>
        </p:nvSpPr>
        <p:spPr>
          <a:xfrm>
            <a:off x="11288870" y="207982"/>
            <a:ext cx="546447" cy="413360"/>
          </a:xfrm>
          <a:prstGeom prst="rect">
            <a:avLst/>
          </a:prstGeom>
        </p:spPr>
        <p:txBody>
          <a:bodyPr vert="horz" lIns="91440" tIns="45720" rIns="91440" bIns="45720" rtlCol="0" anchor="ctr">
            <a:normAutofit/>
          </a:bodyPr>
          <a:lstStyle>
            <a:lvl1pPr algn="r">
              <a:defRPr sz="850" b="1" cap="all" baseline="0">
                <a:solidFill>
                  <a:schemeClr val="tx2"/>
                </a:solidFill>
              </a:defRPr>
            </a:lvl1pPr>
          </a:lstStyle>
          <a:p>
            <a:fld id="{3A65ADB7-264D-4521-B389-CB8384128B9B}" type="slidenum">
              <a:rPr kumimoji="1" lang="ja-JP" altLang="en-US" smtClean="0"/>
              <a:t>‹#›</a:t>
            </a:fld>
            <a:endParaRPr kumimoji="1" lang="ja-JP" altLang="en-US"/>
          </a:p>
        </p:txBody>
      </p:sp>
      <p:sp>
        <p:nvSpPr>
          <p:cNvPr id="8" name="TextBox 7">
            <a:extLst>
              <a:ext uri="{FF2B5EF4-FFF2-40B4-BE49-F238E27FC236}">
                <a16:creationId xmlns:a16="http://schemas.microsoft.com/office/drawing/2014/main" id="{5F143C14-E680-3360-0E4D-DA502AF50E85}"/>
              </a:ext>
            </a:extLst>
          </p:cNvPr>
          <p:cNvSpPr txBox="1"/>
          <p:nvPr>
            <p:extLst>
              <p:ext uri="{1162E1C5-73C7-4A58-AE30-91384D911F3F}">
                <p184:classification xmlns:p184="http://schemas.microsoft.com/office/powerpoint/2018/4/main" val="ftr"/>
              </p:ext>
            </p:extLst>
          </p:nvPr>
        </p:nvSpPr>
        <p:spPr>
          <a:xfrm>
            <a:off x="63500" y="6642100"/>
            <a:ext cx="1978025"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Classified as Microsoft Confidential</a:t>
            </a:r>
          </a:p>
        </p:txBody>
      </p:sp>
    </p:spTree>
    <p:extLst>
      <p:ext uri="{BB962C8B-B14F-4D97-AF65-F5344CB8AC3E}">
        <p14:creationId xmlns:p14="http://schemas.microsoft.com/office/powerpoint/2010/main" val="1306199191"/>
      </p:ext>
    </p:extLst>
  </p:cSld>
  <p:clrMap bg1="lt1" tx1="dk1" bg2="lt2" tx2="dk2" accent1="accent1" accent2="accent2" accent3="accent3" accent4="accent4" accent5="accent5" accent6="accent6" hlink="hlink" folHlink="folHlink"/>
  <p:sldLayoutIdLst>
    <p:sldLayoutId id="2147483899" r:id="rId1"/>
    <p:sldLayoutId id="2147483900" r:id="rId2"/>
    <p:sldLayoutId id="2147483901" r:id="rId3"/>
    <p:sldLayoutId id="2147483902" r:id="rId4"/>
    <p:sldLayoutId id="2147483903" r:id="rId5"/>
    <p:sldLayoutId id="2147483904" r:id="rId6"/>
    <p:sldLayoutId id="2147483905" r:id="rId7"/>
    <p:sldLayoutId id="2147483906" r:id="rId8"/>
    <p:sldLayoutId id="2147483907" r:id="rId9"/>
    <p:sldLayoutId id="2147483908" r:id="rId10"/>
    <p:sldLayoutId id="2147483909" r:id="rId11"/>
    <p:sldLayoutId id="2147483910" r:id="rId12"/>
    <p:sldLayoutId id="2147483911" r:id="rId13"/>
    <p:sldLayoutId id="2147483912" r:id="rId14"/>
    <p:sldLayoutId id="2147483913" r:id="rId15"/>
    <p:sldLayoutId id="2147483914" r:id="rId16"/>
    <p:sldLayoutId id="2147483915" r:id="rId17"/>
    <p:sldLayoutId id="2147483916" r:id="rId18"/>
    <p:sldLayoutId id="2147483917" r:id="rId19"/>
    <p:sldLayoutId id="2147483918" r:id="rId20"/>
    <p:sldLayoutId id="2147483919" r:id="rId21"/>
    <p:sldLayoutId id="2147483920" r:id="rId22"/>
    <p:sldLayoutId id="2147483921" r:id="rId23"/>
    <p:sldLayoutId id="2147483922" r:id="rId24"/>
    <p:sldLayoutId id="2147483923" r:id="rId25"/>
    <p:sldLayoutId id="2147483924" r:id="rId26"/>
    <p:sldLayoutId id="2147483925" r:id="rId27"/>
  </p:sldLayoutIdLst>
  <p:txStyles>
    <p:titleStyle>
      <a:lvl1pPr algn="l" defTabSz="914400" rtl="0" eaLnBrk="1" latinLnBrk="0" hangingPunct="1">
        <a:lnSpc>
          <a:spcPct val="70000"/>
        </a:lnSpc>
        <a:spcBef>
          <a:spcPct val="0"/>
        </a:spcBef>
        <a:buNone/>
        <a:defRPr kumimoji="1" sz="4000" kern="1200" cap="all" baseline="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kumimoji="1" sz="18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kumimoji="1" sz="16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kumimoji="1"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kumimoji="1"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kumimoji="1"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80">
          <p15:clr>
            <a:srgbClr val="F26B43"/>
          </p15:clr>
        </p15:guide>
        <p15:guide id="2" pos="264">
          <p15:clr>
            <a:srgbClr val="F26B43"/>
          </p15:clr>
        </p15:guide>
        <p15:guide id="3" pos="7416">
          <p15:clr>
            <a:srgbClr val="F26B43"/>
          </p15:clr>
        </p15:guide>
        <p15:guide id="4" orient="horz" pos="3816">
          <p15:clr>
            <a:srgbClr val="F26B43"/>
          </p15:clr>
        </p15:guide>
        <p15:guide id="5" pos="7200">
          <p15:clr>
            <a:srgbClr val="F26B43"/>
          </p15:clr>
        </p15:guide>
        <p15:guide id="6" pos="504">
          <p15:clr>
            <a:srgbClr val="F26B43"/>
          </p15:clr>
        </p15:guide>
        <p15:guide id="7" orient="horz" pos="4128">
          <p15:clr>
            <a:srgbClr val="F26B43"/>
          </p15:clr>
        </p15:guide>
        <p15:guide id="8" orient="horz" pos="1056">
          <p15:clr>
            <a:srgbClr val="F26B43"/>
          </p15:clr>
        </p15:guide>
        <p15:guide id="9" pos="458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5.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6">
            <a:lumMod val="40000"/>
            <a:lumOff val="60000"/>
          </a:schemeClr>
        </a:solidFill>
        <a:effectLst/>
      </p:bgPr>
    </p:bg>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BA34DA-67E3-DC1A-4BE9-71F6EA5EC27A}"/>
              </a:ext>
            </a:extLst>
          </p:cNvPr>
          <p:cNvSpPr/>
          <p:nvPr/>
        </p:nvSpPr>
        <p:spPr>
          <a:xfrm>
            <a:off x="945221" y="842481"/>
            <a:ext cx="10243335" cy="39247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0" dirty="0">
                <a:solidFill>
                  <a:schemeClr val="accent1">
                    <a:lumMod val="60000"/>
                    <a:lumOff val="40000"/>
                  </a:schemeClr>
                </a:solidFill>
                <a:latin typeface="HGP創英角ﾎﾟｯﾌﾟ体" panose="040B0A00000000000000" pitchFamily="50" charset="-128"/>
                <a:ea typeface="HGP創英角ﾎﾟｯﾌﾟ体" panose="040B0A00000000000000" pitchFamily="50" charset="-128"/>
              </a:rPr>
              <a:t>タスク管理システム</a:t>
            </a:r>
            <a:r>
              <a:rPr kumimoji="1" lang="ja-JP" altLang="en-US" sz="3200" dirty="0">
                <a:solidFill>
                  <a:schemeClr val="accent1">
                    <a:lumMod val="60000"/>
                    <a:lumOff val="40000"/>
                  </a:schemeClr>
                </a:solidFill>
                <a:latin typeface="HGP創英角ﾎﾟｯﾌﾟ体" panose="040B0A00000000000000" pitchFamily="50" charset="-128"/>
                <a:ea typeface="HGP創英角ﾎﾟｯﾌﾟ体" panose="040B0A00000000000000" pitchFamily="50" charset="-128"/>
              </a:rPr>
              <a:t>とは</a:t>
            </a:r>
            <a:endParaRPr kumimoji="1" lang="ja-JP" altLang="en-US" sz="8000" dirty="0">
              <a:solidFill>
                <a:schemeClr val="accent1">
                  <a:lumMod val="60000"/>
                  <a:lumOff val="40000"/>
                </a:schemeClr>
              </a:solidFill>
              <a:latin typeface="HGP創英角ﾎﾟｯﾌﾟ体" panose="040B0A00000000000000" pitchFamily="50" charset="-128"/>
              <a:ea typeface="HGP創英角ﾎﾟｯﾌﾟ体" panose="040B0A00000000000000" pitchFamily="50" charset="-128"/>
            </a:endParaRPr>
          </a:p>
        </p:txBody>
      </p:sp>
    </p:spTree>
    <p:extLst>
      <p:ext uri="{BB962C8B-B14F-4D97-AF65-F5344CB8AC3E}">
        <p14:creationId xmlns:p14="http://schemas.microsoft.com/office/powerpoint/2010/main" val="12860229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020DB963-6858-97AE-556A-767E981E7450}"/>
              </a:ext>
            </a:extLst>
          </p:cNvPr>
          <p:cNvSpPr/>
          <p:nvPr/>
        </p:nvSpPr>
        <p:spPr>
          <a:xfrm>
            <a:off x="328773" y="154112"/>
            <a:ext cx="8311793" cy="9760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3600" dirty="0">
                <a:solidFill>
                  <a:srgbClr val="00B0F0"/>
                </a:solidFill>
                <a:latin typeface="HGP創英角ﾎﾟｯﾌﾟ体" panose="040B0A00000000000000" pitchFamily="50" charset="-128"/>
                <a:ea typeface="HGP創英角ﾎﾟｯﾌﾟ体" panose="040B0A00000000000000" pitchFamily="50" charset="-128"/>
              </a:rPr>
              <a:t>①社員登録をする（管理者・上長）</a:t>
            </a:r>
          </a:p>
        </p:txBody>
      </p:sp>
      <p:grpSp>
        <p:nvGrpSpPr>
          <p:cNvPr id="11" name="グループ化 10">
            <a:extLst>
              <a:ext uri="{FF2B5EF4-FFF2-40B4-BE49-F238E27FC236}">
                <a16:creationId xmlns:a16="http://schemas.microsoft.com/office/drawing/2014/main" id="{77F7FD42-5484-C49C-B8DA-240D1E983FCC}"/>
              </a:ext>
            </a:extLst>
          </p:cNvPr>
          <p:cNvGrpSpPr/>
          <p:nvPr/>
        </p:nvGrpSpPr>
        <p:grpSpPr>
          <a:xfrm>
            <a:off x="2126750" y="1231863"/>
            <a:ext cx="8363164" cy="5279485"/>
            <a:chOff x="2126750" y="1231863"/>
            <a:chExt cx="8363164" cy="5279485"/>
          </a:xfrm>
        </p:grpSpPr>
        <p:pic>
          <p:nvPicPr>
            <p:cNvPr id="3" name="図 2">
              <a:extLst>
                <a:ext uri="{FF2B5EF4-FFF2-40B4-BE49-F238E27FC236}">
                  <a16:creationId xmlns:a16="http://schemas.microsoft.com/office/drawing/2014/main" id="{D52F2421-C6EB-2844-E153-D578FDB696E8}"/>
                </a:ext>
              </a:extLst>
            </p:cNvPr>
            <p:cNvPicPr>
              <a:picLocks noChangeAspect="1"/>
            </p:cNvPicPr>
            <p:nvPr/>
          </p:nvPicPr>
          <p:blipFill>
            <a:blip r:embed="rId2"/>
            <a:stretch>
              <a:fillRect/>
            </a:stretch>
          </p:blipFill>
          <p:spPr>
            <a:xfrm>
              <a:off x="2126750" y="1231863"/>
              <a:ext cx="8363164" cy="5279485"/>
            </a:xfrm>
            <a:prstGeom prst="rect">
              <a:avLst/>
            </a:prstGeom>
          </p:spPr>
        </p:pic>
        <p:sp>
          <p:nvSpPr>
            <p:cNvPr id="10" name="正方形/長方形 9">
              <a:extLst>
                <a:ext uri="{FF2B5EF4-FFF2-40B4-BE49-F238E27FC236}">
                  <a16:creationId xmlns:a16="http://schemas.microsoft.com/office/drawing/2014/main" id="{CAE17259-0111-9781-AB81-8E250429051F}"/>
                </a:ext>
              </a:extLst>
            </p:cNvPr>
            <p:cNvSpPr/>
            <p:nvPr/>
          </p:nvSpPr>
          <p:spPr>
            <a:xfrm>
              <a:off x="8568647" y="2260315"/>
              <a:ext cx="1664414" cy="25274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3903029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DEB8D-76BB-DF74-221E-6471A6751F9F}"/>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F1D6DCE1-D6CC-37C0-3161-1D6019A168D9}"/>
              </a:ext>
            </a:extLst>
          </p:cNvPr>
          <p:cNvSpPr/>
          <p:nvPr/>
        </p:nvSpPr>
        <p:spPr>
          <a:xfrm>
            <a:off x="328773" y="154112"/>
            <a:ext cx="8311793" cy="9760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3600" dirty="0">
                <a:solidFill>
                  <a:srgbClr val="00B0F0"/>
                </a:solidFill>
                <a:latin typeface="HGP創英角ﾎﾟｯﾌﾟ体" panose="040B0A00000000000000" pitchFamily="50" charset="-128"/>
                <a:ea typeface="HGP創英角ﾎﾟｯﾌﾟ体" panose="040B0A00000000000000" pitchFamily="50" charset="-128"/>
              </a:rPr>
              <a:t>②タスクの登録をする（全社員対象）</a:t>
            </a:r>
          </a:p>
        </p:txBody>
      </p:sp>
      <p:grpSp>
        <p:nvGrpSpPr>
          <p:cNvPr id="9" name="グループ化 8">
            <a:extLst>
              <a:ext uri="{FF2B5EF4-FFF2-40B4-BE49-F238E27FC236}">
                <a16:creationId xmlns:a16="http://schemas.microsoft.com/office/drawing/2014/main" id="{2C2F917E-7E13-2EA1-66CE-87A469444018}"/>
              </a:ext>
            </a:extLst>
          </p:cNvPr>
          <p:cNvGrpSpPr/>
          <p:nvPr/>
        </p:nvGrpSpPr>
        <p:grpSpPr>
          <a:xfrm>
            <a:off x="729465" y="1100503"/>
            <a:ext cx="11096090" cy="5546877"/>
            <a:chOff x="729465" y="1100503"/>
            <a:chExt cx="11096090" cy="5546877"/>
          </a:xfrm>
        </p:grpSpPr>
        <p:pic>
          <p:nvPicPr>
            <p:cNvPr id="4" name="図 3">
              <a:extLst>
                <a:ext uri="{FF2B5EF4-FFF2-40B4-BE49-F238E27FC236}">
                  <a16:creationId xmlns:a16="http://schemas.microsoft.com/office/drawing/2014/main" id="{4610A557-8FC7-1CF5-96D7-215C29CCA787}"/>
                </a:ext>
              </a:extLst>
            </p:cNvPr>
            <p:cNvPicPr>
              <a:picLocks noChangeAspect="1"/>
            </p:cNvPicPr>
            <p:nvPr/>
          </p:nvPicPr>
          <p:blipFill>
            <a:blip r:embed="rId2"/>
            <a:stretch>
              <a:fillRect/>
            </a:stretch>
          </p:blipFill>
          <p:spPr>
            <a:xfrm>
              <a:off x="729465" y="1100503"/>
              <a:ext cx="8620018" cy="5546877"/>
            </a:xfrm>
            <a:prstGeom prst="rect">
              <a:avLst/>
            </a:prstGeom>
          </p:spPr>
        </p:pic>
        <p:sp>
          <p:nvSpPr>
            <p:cNvPr id="7" name="吹き出し: 角を丸めた四角形 6">
              <a:extLst>
                <a:ext uri="{FF2B5EF4-FFF2-40B4-BE49-F238E27FC236}">
                  <a16:creationId xmlns:a16="http://schemas.microsoft.com/office/drawing/2014/main" id="{AD3E790E-5A2B-DA0F-3BB1-D1061BB181D8}"/>
                </a:ext>
              </a:extLst>
            </p:cNvPr>
            <p:cNvSpPr/>
            <p:nvPr/>
          </p:nvSpPr>
          <p:spPr>
            <a:xfrm>
              <a:off x="7356296" y="2866490"/>
              <a:ext cx="4469259" cy="2342508"/>
            </a:xfrm>
            <a:prstGeom prst="wedgeRoundRectCallout">
              <a:avLst>
                <a:gd name="adj1" fmla="val -65661"/>
                <a:gd name="adj2" fmla="val 31798"/>
                <a:gd name="adj3" fmla="val 16667"/>
              </a:avLst>
            </a:prstGeom>
            <a:solidFill>
              <a:schemeClr val="bg1">
                <a:lumMod val="95000"/>
              </a:schemeClr>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dirty="0">
                  <a:solidFill>
                    <a:schemeClr val="tx1"/>
                  </a:solidFill>
                  <a:latin typeface="HGP創英角ﾎﾟｯﾌﾟ体" panose="040B0A00000000000000" pitchFamily="50" charset="-128"/>
                  <a:ea typeface="HGP創英角ﾎﾟｯﾌﾟ体" panose="040B0A00000000000000" pitchFamily="50" charset="-128"/>
                </a:rPr>
                <a:t>優先度・ステータスを</a:t>
              </a:r>
              <a:endParaRPr kumimoji="1" lang="en-US" altLang="ja-JP" sz="2800" dirty="0">
                <a:solidFill>
                  <a:schemeClr val="tx1"/>
                </a:solidFill>
                <a:latin typeface="HGP創英角ﾎﾟｯﾌﾟ体" panose="040B0A00000000000000" pitchFamily="50" charset="-128"/>
                <a:ea typeface="HGP創英角ﾎﾟｯﾌﾟ体" panose="040B0A00000000000000" pitchFamily="50" charset="-128"/>
              </a:endParaRPr>
            </a:p>
            <a:p>
              <a:pPr algn="ctr"/>
              <a:r>
                <a:rPr kumimoji="1" lang="ja-JP" altLang="en-US" sz="2800" dirty="0">
                  <a:solidFill>
                    <a:schemeClr val="tx1"/>
                  </a:solidFill>
                  <a:latin typeface="HGP創英角ﾎﾟｯﾌﾟ体" panose="040B0A00000000000000" pitchFamily="50" charset="-128"/>
                  <a:ea typeface="HGP創英角ﾎﾟｯﾌﾟ体" panose="040B0A00000000000000" pitchFamily="50" charset="-128"/>
                </a:rPr>
                <a:t>登録するのがポイント💡</a:t>
              </a:r>
              <a:endParaRPr kumimoji="1" lang="en-US" altLang="ja-JP" sz="2800" dirty="0">
                <a:solidFill>
                  <a:schemeClr val="tx1"/>
                </a:solidFill>
                <a:latin typeface="HGP創英角ﾎﾟｯﾌﾟ体" panose="040B0A00000000000000" pitchFamily="50" charset="-128"/>
                <a:ea typeface="HGP創英角ﾎﾟｯﾌﾟ体" panose="040B0A00000000000000" pitchFamily="50" charset="-128"/>
              </a:endParaRPr>
            </a:p>
            <a:p>
              <a:pPr algn="ctr"/>
              <a:r>
                <a:rPr kumimoji="1" lang="ja-JP" altLang="en-US" sz="2400" dirty="0">
                  <a:solidFill>
                    <a:schemeClr val="tx1"/>
                  </a:solidFill>
                  <a:latin typeface="HGP創英角ﾎﾟｯﾌﾟ体" panose="040B0A00000000000000" pitchFamily="50" charset="-128"/>
                  <a:ea typeface="HGP創英角ﾎﾟｯﾌﾟ体" panose="040B0A00000000000000" pitchFamily="50" charset="-128"/>
                </a:rPr>
                <a:t>タスクの進行状況や</a:t>
              </a:r>
              <a:endParaRPr kumimoji="1" lang="en-US" altLang="ja-JP" sz="2400" dirty="0">
                <a:solidFill>
                  <a:schemeClr val="tx1"/>
                </a:solidFill>
                <a:latin typeface="HGP創英角ﾎﾟｯﾌﾟ体" panose="040B0A00000000000000" pitchFamily="50" charset="-128"/>
                <a:ea typeface="HGP創英角ﾎﾟｯﾌﾟ体" panose="040B0A00000000000000" pitchFamily="50" charset="-128"/>
              </a:endParaRPr>
            </a:p>
            <a:p>
              <a:pPr algn="ctr"/>
              <a:r>
                <a:rPr kumimoji="1" lang="ja-JP" altLang="en-US" sz="2400" dirty="0">
                  <a:solidFill>
                    <a:schemeClr val="tx1"/>
                  </a:solidFill>
                  <a:latin typeface="HGP創英角ﾎﾟｯﾌﾟ体" panose="040B0A00000000000000" pitchFamily="50" charset="-128"/>
                  <a:ea typeface="HGP創英角ﾎﾟｯﾌﾟ体" panose="040B0A00000000000000" pitchFamily="50" charset="-128"/>
                </a:rPr>
                <a:t>優先順位を把握できる！</a:t>
              </a:r>
            </a:p>
          </p:txBody>
        </p:sp>
        <p:sp>
          <p:nvSpPr>
            <p:cNvPr id="8" name="正方形/長方形 7">
              <a:extLst>
                <a:ext uri="{FF2B5EF4-FFF2-40B4-BE49-F238E27FC236}">
                  <a16:creationId xmlns:a16="http://schemas.microsoft.com/office/drawing/2014/main" id="{58CDF62D-A3F5-D0C6-C405-95DA3AE26D94}"/>
                </a:ext>
              </a:extLst>
            </p:cNvPr>
            <p:cNvSpPr/>
            <p:nvPr/>
          </p:nvSpPr>
          <p:spPr>
            <a:xfrm>
              <a:off x="8096036" y="1993187"/>
              <a:ext cx="1017142" cy="7911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6293464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EBD4F-744D-F20A-B671-D96691FC7400}"/>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7C6730BD-0009-21C6-01C3-B8C4A6117079}"/>
              </a:ext>
            </a:extLst>
          </p:cNvPr>
          <p:cNvSpPr/>
          <p:nvPr/>
        </p:nvSpPr>
        <p:spPr>
          <a:xfrm>
            <a:off x="5250094" y="1736333"/>
            <a:ext cx="7900827" cy="137673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sz="3200" dirty="0">
              <a:solidFill>
                <a:schemeClr val="accent1"/>
              </a:solidFill>
              <a:latin typeface="HGP創英角ﾎﾟｯﾌﾟ体" panose="040B0A00000000000000" pitchFamily="50" charset="-128"/>
              <a:ea typeface="HGP創英角ﾎﾟｯﾌﾟ体" panose="040B0A00000000000000" pitchFamily="50" charset="-128"/>
            </a:endParaRPr>
          </a:p>
        </p:txBody>
      </p:sp>
      <p:sp>
        <p:nvSpPr>
          <p:cNvPr id="4" name="正方形/長方形 3">
            <a:extLst>
              <a:ext uri="{FF2B5EF4-FFF2-40B4-BE49-F238E27FC236}">
                <a16:creationId xmlns:a16="http://schemas.microsoft.com/office/drawing/2014/main" id="{C889B781-EEBE-C0CC-0CA2-811CED7412C1}"/>
              </a:ext>
            </a:extLst>
          </p:cNvPr>
          <p:cNvSpPr/>
          <p:nvPr/>
        </p:nvSpPr>
        <p:spPr>
          <a:xfrm>
            <a:off x="1746606" y="4530903"/>
            <a:ext cx="410966" cy="15103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ED596A77-3EC6-81D9-9627-F623E279AA32}"/>
              </a:ext>
            </a:extLst>
          </p:cNvPr>
          <p:cNvGrpSpPr/>
          <p:nvPr/>
        </p:nvGrpSpPr>
        <p:grpSpPr>
          <a:xfrm>
            <a:off x="821933" y="1119883"/>
            <a:ext cx="11178284" cy="5435028"/>
            <a:chOff x="821933" y="1058238"/>
            <a:chExt cx="11178284" cy="5496674"/>
          </a:xfrm>
        </p:grpSpPr>
        <p:pic>
          <p:nvPicPr>
            <p:cNvPr id="3" name="図 2">
              <a:extLst>
                <a:ext uri="{FF2B5EF4-FFF2-40B4-BE49-F238E27FC236}">
                  <a16:creationId xmlns:a16="http://schemas.microsoft.com/office/drawing/2014/main" id="{3031E1F2-1CBE-FE27-F0D2-59A3A20DD909}"/>
                </a:ext>
              </a:extLst>
            </p:cNvPr>
            <p:cNvPicPr>
              <a:picLocks noChangeAspect="1"/>
            </p:cNvPicPr>
            <p:nvPr/>
          </p:nvPicPr>
          <p:blipFill>
            <a:blip r:embed="rId2"/>
            <a:stretch>
              <a:fillRect/>
            </a:stretch>
          </p:blipFill>
          <p:spPr>
            <a:xfrm>
              <a:off x="821933" y="1058238"/>
              <a:ext cx="8416626" cy="5496674"/>
            </a:xfrm>
            <a:prstGeom prst="rect">
              <a:avLst/>
            </a:prstGeom>
          </p:spPr>
        </p:pic>
        <p:sp>
          <p:nvSpPr>
            <p:cNvPr id="6" name="吹き出し: 角を丸めた四角形 5">
              <a:extLst>
                <a:ext uri="{FF2B5EF4-FFF2-40B4-BE49-F238E27FC236}">
                  <a16:creationId xmlns:a16="http://schemas.microsoft.com/office/drawing/2014/main" id="{684EF52D-72E3-7881-64AB-3DBF496F4F81}"/>
                </a:ext>
              </a:extLst>
            </p:cNvPr>
            <p:cNvSpPr/>
            <p:nvPr/>
          </p:nvSpPr>
          <p:spPr>
            <a:xfrm>
              <a:off x="7808361" y="2661007"/>
              <a:ext cx="4191856" cy="3530232"/>
            </a:xfrm>
            <a:prstGeom prst="wedgeRoundRectCallout">
              <a:avLst>
                <a:gd name="adj1" fmla="val -82915"/>
                <a:gd name="adj2" fmla="val -39411"/>
                <a:gd name="adj3" fmla="val 16667"/>
              </a:avLst>
            </a:prstGeom>
            <a:solidFill>
              <a:schemeClr val="bg1">
                <a:lumMod val="95000"/>
              </a:schemeClr>
            </a:solid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2400" dirty="0">
                  <a:solidFill>
                    <a:schemeClr val="tx1"/>
                  </a:solidFill>
                  <a:latin typeface="HGP創英角ﾎﾟｯﾌﾟ体" panose="040B0A00000000000000" pitchFamily="50" charset="-128"/>
                  <a:ea typeface="HGP創英角ﾎﾟｯﾌﾟ体" panose="040B0A00000000000000" pitchFamily="50" charset="-128"/>
                </a:rPr>
                <a:t>名前の検索欄は</a:t>
              </a:r>
              <a:endParaRPr kumimoji="1" lang="en-US" altLang="ja-JP" sz="2400" dirty="0">
                <a:solidFill>
                  <a:schemeClr val="tx1"/>
                </a:solidFill>
                <a:latin typeface="HGP創英角ﾎﾟｯﾌﾟ体" panose="040B0A00000000000000" pitchFamily="50" charset="-128"/>
                <a:ea typeface="HGP創英角ﾎﾟｯﾌﾟ体" panose="040B0A00000000000000" pitchFamily="50" charset="-128"/>
              </a:endParaRPr>
            </a:p>
            <a:p>
              <a:r>
                <a:rPr kumimoji="1" lang="ja-JP" altLang="en-US" sz="2400" dirty="0">
                  <a:solidFill>
                    <a:schemeClr val="tx1"/>
                  </a:solidFill>
                  <a:latin typeface="HGP創英角ﾎﾟｯﾌﾟ体" panose="040B0A00000000000000" pitchFamily="50" charset="-128"/>
                  <a:ea typeface="HGP創英角ﾎﾟｯﾌﾟ体" panose="040B0A00000000000000" pitchFamily="50" charset="-128"/>
                </a:rPr>
                <a:t>管理者権限付きの上長のみにして部下のタスクの状態を見れるように💡</a:t>
              </a:r>
              <a:endParaRPr kumimoji="1" lang="en-US" altLang="ja-JP" sz="2400" dirty="0">
                <a:solidFill>
                  <a:schemeClr val="tx1"/>
                </a:solidFill>
                <a:latin typeface="HGP創英角ﾎﾟｯﾌﾟ体" panose="040B0A00000000000000" pitchFamily="50" charset="-128"/>
                <a:ea typeface="HGP創英角ﾎﾟｯﾌﾟ体" panose="040B0A00000000000000" pitchFamily="50" charset="-128"/>
              </a:endParaRPr>
            </a:p>
            <a:p>
              <a:endParaRPr kumimoji="1" lang="en-US" altLang="ja-JP" sz="2000" dirty="0">
                <a:solidFill>
                  <a:schemeClr val="tx1"/>
                </a:solidFill>
                <a:latin typeface="HGP創英角ﾎﾟｯﾌﾟ体" panose="040B0A00000000000000" pitchFamily="50" charset="-128"/>
                <a:ea typeface="HGP創英角ﾎﾟｯﾌﾟ体" panose="040B0A00000000000000" pitchFamily="50" charset="-128"/>
              </a:endParaRPr>
            </a:p>
            <a:p>
              <a:r>
                <a:rPr kumimoji="1" lang="en-US" altLang="ja-JP" sz="2000" dirty="0">
                  <a:solidFill>
                    <a:schemeClr val="tx1"/>
                  </a:solidFill>
                  <a:latin typeface="HGP創英角ﾎﾟｯﾌﾟ体" panose="040B0A00000000000000" pitchFamily="50" charset="-128"/>
                  <a:ea typeface="HGP創英角ﾎﾟｯﾌﾟ体" panose="040B0A00000000000000" pitchFamily="50" charset="-128"/>
                </a:rPr>
                <a:t>※</a:t>
              </a:r>
              <a:r>
                <a:rPr kumimoji="1" lang="ja-JP" altLang="en-US" sz="2000" dirty="0">
                  <a:solidFill>
                    <a:schemeClr val="tx1"/>
                  </a:solidFill>
                  <a:latin typeface="HGP創英角ﾎﾟｯﾌﾟ体" panose="040B0A00000000000000" pitchFamily="50" charset="-128"/>
                  <a:ea typeface="HGP創英角ﾎﾟｯﾌﾟ体" panose="040B0A00000000000000" pitchFamily="50" charset="-128"/>
                </a:rPr>
                <a:t>一般社員は自身ののみ。</a:t>
              </a:r>
            </a:p>
          </p:txBody>
        </p:sp>
        <p:sp>
          <p:nvSpPr>
            <p:cNvPr id="7" name="正方形/長方形 6">
              <a:extLst>
                <a:ext uri="{FF2B5EF4-FFF2-40B4-BE49-F238E27FC236}">
                  <a16:creationId xmlns:a16="http://schemas.microsoft.com/office/drawing/2014/main" id="{BA5C8953-28DD-2131-FFE1-F674F173FCE0}"/>
                </a:ext>
              </a:extLst>
            </p:cNvPr>
            <p:cNvSpPr/>
            <p:nvPr/>
          </p:nvSpPr>
          <p:spPr>
            <a:xfrm>
              <a:off x="5065160" y="3226085"/>
              <a:ext cx="1428107" cy="41096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正方形/長方形 10">
            <a:extLst>
              <a:ext uri="{FF2B5EF4-FFF2-40B4-BE49-F238E27FC236}">
                <a16:creationId xmlns:a16="http://schemas.microsoft.com/office/drawing/2014/main" id="{B98D0354-01D3-B0B5-2672-B6C94DAB29F6}"/>
              </a:ext>
            </a:extLst>
          </p:cNvPr>
          <p:cNvSpPr/>
          <p:nvPr/>
        </p:nvSpPr>
        <p:spPr>
          <a:xfrm>
            <a:off x="328773" y="154112"/>
            <a:ext cx="8311793" cy="9760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3600" dirty="0">
                <a:solidFill>
                  <a:srgbClr val="00B0F0"/>
                </a:solidFill>
                <a:latin typeface="HGP創英角ﾎﾟｯﾌﾟ体" panose="040B0A00000000000000" pitchFamily="50" charset="-128"/>
                <a:ea typeface="HGP創英角ﾎﾟｯﾌﾟ体" panose="040B0A00000000000000" pitchFamily="50" charset="-128"/>
              </a:rPr>
              <a:t>②タスクの検索・一覧表示（全社員対象）</a:t>
            </a:r>
          </a:p>
        </p:txBody>
      </p:sp>
    </p:spTree>
    <p:extLst>
      <p:ext uri="{BB962C8B-B14F-4D97-AF65-F5344CB8AC3E}">
        <p14:creationId xmlns:p14="http://schemas.microsoft.com/office/powerpoint/2010/main" val="17821772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B3F2D-DAA9-2E1D-28F2-4CED61515E8D}"/>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0345B386-C370-7A3E-8485-2DDDD3FDB2ED}"/>
              </a:ext>
            </a:extLst>
          </p:cNvPr>
          <p:cNvSpPr/>
          <p:nvPr/>
        </p:nvSpPr>
        <p:spPr>
          <a:xfrm>
            <a:off x="5250094" y="1736333"/>
            <a:ext cx="7900827" cy="137673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sz="3200" dirty="0">
              <a:solidFill>
                <a:schemeClr val="accent1"/>
              </a:solidFill>
              <a:latin typeface="HGP創英角ﾎﾟｯﾌﾟ体" panose="040B0A00000000000000" pitchFamily="50" charset="-128"/>
              <a:ea typeface="HGP創英角ﾎﾟｯﾌﾟ体" panose="040B0A00000000000000" pitchFamily="50" charset="-128"/>
            </a:endParaRPr>
          </a:p>
        </p:txBody>
      </p:sp>
      <p:grpSp>
        <p:nvGrpSpPr>
          <p:cNvPr id="19" name="グループ化 18">
            <a:extLst>
              <a:ext uri="{FF2B5EF4-FFF2-40B4-BE49-F238E27FC236}">
                <a16:creationId xmlns:a16="http://schemas.microsoft.com/office/drawing/2014/main" id="{C905BBEF-F5C9-8DF0-5896-542245961205}"/>
              </a:ext>
            </a:extLst>
          </p:cNvPr>
          <p:cNvGrpSpPr/>
          <p:nvPr/>
        </p:nvGrpSpPr>
        <p:grpSpPr>
          <a:xfrm>
            <a:off x="718962" y="1115669"/>
            <a:ext cx="7003191" cy="5315953"/>
            <a:chOff x="718962" y="1115669"/>
            <a:chExt cx="7003191" cy="5315953"/>
          </a:xfrm>
        </p:grpSpPr>
        <p:pic>
          <p:nvPicPr>
            <p:cNvPr id="13" name="図 12">
              <a:extLst>
                <a:ext uri="{FF2B5EF4-FFF2-40B4-BE49-F238E27FC236}">
                  <a16:creationId xmlns:a16="http://schemas.microsoft.com/office/drawing/2014/main" id="{41F93D59-0CBB-4C74-A3D8-036D921A8996}"/>
                </a:ext>
              </a:extLst>
            </p:cNvPr>
            <p:cNvPicPr>
              <a:picLocks noChangeAspect="1"/>
            </p:cNvPicPr>
            <p:nvPr/>
          </p:nvPicPr>
          <p:blipFill>
            <a:blip r:embed="rId2"/>
            <a:stretch>
              <a:fillRect/>
            </a:stretch>
          </p:blipFill>
          <p:spPr>
            <a:xfrm>
              <a:off x="718962" y="1115669"/>
              <a:ext cx="7003191" cy="5315953"/>
            </a:xfrm>
            <a:prstGeom prst="rect">
              <a:avLst/>
            </a:prstGeom>
          </p:spPr>
        </p:pic>
        <p:pic>
          <p:nvPicPr>
            <p:cNvPr id="17" name="図 16">
              <a:extLst>
                <a:ext uri="{FF2B5EF4-FFF2-40B4-BE49-F238E27FC236}">
                  <a16:creationId xmlns:a16="http://schemas.microsoft.com/office/drawing/2014/main" id="{4B10C431-82AC-FB93-97DE-325661D82C4A}"/>
                </a:ext>
              </a:extLst>
            </p:cNvPr>
            <p:cNvPicPr>
              <a:picLocks noChangeAspect="1"/>
            </p:cNvPicPr>
            <p:nvPr/>
          </p:nvPicPr>
          <p:blipFill>
            <a:blip r:embed="rId3"/>
            <a:stretch>
              <a:fillRect/>
            </a:stretch>
          </p:blipFill>
          <p:spPr>
            <a:xfrm>
              <a:off x="5804479" y="3768361"/>
              <a:ext cx="1765577" cy="2622165"/>
            </a:xfrm>
            <a:prstGeom prst="rect">
              <a:avLst/>
            </a:prstGeom>
          </p:spPr>
        </p:pic>
        <p:sp>
          <p:nvSpPr>
            <p:cNvPr id="18" name="正方形/長方形 17">
              <a:extLst>
                <a:ext uri="{FF2B5EF4-FFF2-40B4-BE49-F238E27FC236}">
                  <a16:creationId xmlns:a16="http://schemas.microsoft.com/office/drawing/2014/main" id="{057BE7BD-4BC8-C755-119D-98ADACD847F4}"/>
                </a:ext>
              </a:extLst>
            </p:cNvPr>
            <p:cNvSpPr/>
            <p:nvPr/>
          </p:nvSpPr>
          <p:spPr>
            <a:xfrm>
              <a:off x="5866544" y="3462391"/>
              <a:ext cx="1458930" cy="3493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 name="図 8">
              <a:extLst>
                <a:ext uri="{FF2B5EF4-FFF2-40B4-BE49-F238E27FC236}">
                  <a16:creationId xmlns:a16="http://schemas.microsoft.com/office/drawing/2014/main" id="{F9A90C82-4D71-A616-FDDF-92876A76263E}"/>
                </a:ext>
              </a:extLst>
            </p:cNvPr>
            <p:cNvPicPr>
              <a:picLocks noChangeAspect="1"/>
            </p:cNvPicPr>
            <p:nvPr/>
          </p:nvPicPr>
          <p:blipFill>
            <a:blip r:embed="rId4"/>
            <a:stretch>
              <a:fillRect/>
            </a:stretch>
          </p:blipFill>
          <p:spPr>
            <a:xfrm>
              <a:off x="5775957" y="2114557"/>
              <a:ext cx="1859834" cy="1399205"/>
            </a:xfrm>
            <a:prstGeom prst="rect">
              <a:avLst/>
            </a:prstGeom>
          </p:spPr>
        </p:pic>
      </p:grpSp>
      <p:sp>
        <p:nvSpPr>
          <p:cNvPr id="24" name="吹き出し: 角を丸めた四角形 23">
            <a:extLst>
              <a:ext uri="{FF2B5EF4-FFF2-40B4-BE49-F238E27FC236}">
                <a16:creationId xmlns:a16="http://schemas.microsoft.com/office/drawing/2014/main" id="{39644481-822D-5C1E-FA21-8AB7994173EB}"/>
              </a:ext>
            </a:extLst>
          </p:cNvPr>
          <p:cNvSpPr/>
          <p:nvPr/>
        </p:nvSpPr>
        <p:spPr>
          <a:xfrm>
            <a:off x="7479587" y="3205538"/>
            <a:ext cx="4376791" cy="1839074"/>
          </a:xfrm>
          <a:prstGeom prst="wedgeRoundRectCallout">
            <a:avLst>
              <a:gd name="adj1" fmla="val -58675"/>
              <a:gd name="adj2" fmla="val -38987"/>
              <a:gd name="adj3" fmla="val 16667"/>
            </a:avLst>
          </a:prstGeom>
          <a:solidFill>
            <a:schemeClr val="bg1">
              <a:lumMod val="95000"/>
            </a:schemeClr>
          </a:solid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2800" dirty="0">
                <a:solidFill>
                  <a:schemeClr val="tx1"/>
                </a:solidFill>
                <a:latin typeface="HGP創英角ﾎﾟｯﾌﾟ体" panose="040B0A00000000000000" pitchFamily="50" charset="-128"/>
                <a:ea typeface="HGP創英角ﾎﾟｯﾌﾟ体" panose="040B0A00000000000000" pitchFamily="50" charset="-128"/>
              </a:rPr>
              <a:t>D.I.</a:t>
            </a:r>
            <a:r>
              <a:rPr kumimoji="1" lang="ja-JP" altLang="en-US" sz="2800" dirty="0">
                <a:solidFill>
                  <a:schemeClr val="tx1"/>
                </a:solidFill>
                <a:latin typeface="HGP創英角ﾎﾟｯﾌﾟ体" panose="040B0A00000000000000" pitchFamily="50" charset="-128"/>
                <a:ea typeface="HGP創英角ﾎﾟｯﾌﾟ体" panose="040B0A00000000000000" pitchFamily="50" charset="-128"/>
              </a:rPr>
              <a:t>ブログの</a:t>
            </a:r>
            <a:r>
              <a:rPr kumimoji="1" lang="en-US" altLang="ja-JP" sz="2800" dirty="0">
                <a:solidFill>
                  <a:schemeClr val="tx1"/>
                </a:solidFill>
                <a:latin typeface="HGP創英角ﾎﾟｯﾌﾟ体" panose="040B0A00000000000000" pitchFamily="50" charset="-128"/>
                <a:ea typeface="HGP創英角ﾎﾟｯﾌﾟ体" panose="040B0A00000000000000" pitchFamily="50" charset="-128"/>
              </a:rPr>
              <a:t>TOP</a:t>
            </a:r>
            <a:r>
              <a:rPr kumimoji="1" lang="ja-JP" altLang="en-US" sz="2800" dirty="0">
                <a:solidFill>
                  <a:schemeClr val="tx1"/>
                </a:solidFill>
                <a:latin typeface="HGP創英角ﾎﾟｯﾌﾟ体" panose="040B0A00000000000000" pitchFamily="50" charset="-128"/>
                <a:ea typeface="HGP創英角ﾎﾟｯﾌﾟ体" panose="040B0A00000000000000" pitchFamily="50" charset="-128"/>
              </a:rPr>
              <a:t>ページへ</a:t>
            </a:r>
            <a:endParaRPr kumimoji="1" lang="en-US" altLang="ja-JP" sz="2800" dirty="0">
              <a:solidFill>
                <a:schemeClr val="tx1"/>
              </a:solidFill>
              <a:latin typeface="HGP創英角ﾎﾟｯﾌﾟ体" panose="040B0A00000000000000" pitchFamily="50" charset="-128"/>
              <a:ea typeface="HGP創英角ﾎﾟｯﾌﾟ体" panose="040B0A00000000000000" pitchFamily="50" charset="-128"/>
            </a:endParaRPr>
          </a:p>
          <a:p>
            <a:r>
              <a:rPr kumimoji="1" lang="ja-JP" altLang="en-US" sz="2800" dirty="0">
                <a:solidFill>
                  <a:schemeClr val="tx1"/>
                </a:solidFill>
                <a:latin typeface="HGP創英角ﾎﾟｯﾌﾟ体" panose="040B0A00000000000000" pitchFamily="50" charset="-128"/>
                <a:ea typeface="HGP創英角ﾎﾟｯﾌﾟ体" panose="040B0A00000000000000" pitchFamily="50" charset="-128"/>
              </a:rPr>
              <a:t>期日が当日・翌日のものを表示💡</a:t>
            </a:r>
            <a:endParaRPr kumimoji="1" lang="en-US" altLang="ja-JP" sz="2800" dirty="0">
              <a:solidFill>
                <a:schemeClr val="tx1"/>
              </a:solidFill>
              <a:latin typeface="HGP創英角ﾎﾟｯﾌﾟ体" panose="040B0A00000000000000" pitchFamily="50" charset="-128"/>
              <a:ea typeface="HGP創英角ﾎﾟｯﾌﾟ体" panose="040B0A00000000000000" pitchFamily="50" charset="-128"/>
            </a:endParaRPr>
          </a:p>
        </p:txBody>
      </p:sp>
    </p:spTree>
    <p:extLst>
      <p:ext uri="{BB962C8B-B14F-4D97-AF65-F5344CB8AC3E}">
        <p14:creationId xmlns:p14="http://schemas.microsoft.com/office/powerpoint/2010/main" val="7845236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4DA55D0-2D78-C3EF-A3DB-EBAE59ED9537}"/>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03E5B3F9-11BD-45E2-F3A2-6C08DED9711A}"/>
              </a:ext>
            </a:extLst>
          </p:cNvPr>
          <p:cNvSpPr/>
          <p:nvPr/>
        </p:nvSpPr>
        <p:spPr>
          <a:xfrm>
            <a:off x="71919" y="174660"/>
            <a:ext cx="6739847" cy="175688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5400" dirty="0">
                <a:solidFill>
                  <a:srgbClr val="0070C0"/>
                </a:solidFill>
                <a:latin typeface="HGP創英角ﾎﾟｯﾌﾟ体" panose="040B0A00000000000000" pitchFamily="50" charset="-128"/>
                <a:ea typeface="HGP創英角ﾎﾟｯﾌﾟ体" panose="040B0A00000000000000" pitchFamily="50" charset="-128"/>
              </a:rPr>
              <a:t>タスク管理システム</a:t>
            </a:r>
            <a:r>
              <a:rPr kumimoji="1" lang="ja-JP" altLang="en-US" sz="3200" dirty="0">
                <a:solidFill>
                  <a:srgbClr val="0070C0"/>
                </a:solidFill>
                <a:latin typeface="HGP創英角ﾎﾟｯﾌﾟ体" panose="040B0A00000000000000" pitchFamily="50" charset="-128"/>
                <a:ea typeface="HGP創英角ﾎﾟｯﾌﾟ体" panose="040B0A00000000000000" pitchFamily="50" charset="-128"/>
              </a:rPr>
              <a:t>とは</a:t>
            </a:r>
            <a:endParaRPr kumimoji="1" lang="ja-JP" altLang="en-US" sz="5400" dirty="0">
              <a:solidFill>
                <a:srgbClr val="0070C0"/>
              </a:solidFill>
              <a:latin typeface="HGP創英角ﾎﾟｯﾌﾟ体" panose="040B0A00000000000000" pitchFamily="50" charset="-128"/>
              <a:ea typeface="HGP創英角ﾎﾟｯﾌﾟ体" panose="040B0A00000000000000" pitchFamily="50" charset="-128"/>
            </a:endParaRPr>
          </a:p>
        </p:txBody>
      </p:sp>
      <p:sp>
        <p:nvSpPr>
          <p:cNvPr id="3" name="正方形/長方形 2">
            <a:extLst>
              <a:ext uri="{FF2B5EF4-FFF2-40B4-BE49-F238E27FC236}">
                <a16:creationId xmlns:a16="http://schemas.microsoft.com/office/drawing/2014/main" id="{5248A6C7-5C42-97A8-0B77-9B05A9106F9D}"/>
              </a:ext>
            </a:extLst>
          </p:cNvPr>
          <p:cNvSpPr/>
          <p:nvPr/>
        </p:nvSpPr>
        <p:spPr>
          <a:xfrm>
            <a:off x="452064" y="1602769"/>
            <a:ext cx="10726220" cy="465419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en-US" altLang="ja-JP" sz="2800" dirty="0">
              <a:solidFill>
                <a:schemeClr val="bg2"/>
              </a:solidFill>
              <a:latin typeface="HGP創英角ﾎﾟｯﾌﾟ体" panose="040B0A00000000000000" pitchFamily="50" charset="-128"/>
              <a:ea typeface="HGP創英角ﾎﾟｯﾌﾟ体" panose="040B0A00000000000000" pitchFamily="50" charset="-128"/>
            </a:endParaRPr>
          </a:p>
          <a:p>
            <a:r>
              <a:rPr kumimoji="1" lang="ja-JP" altLang="en-US" sz="2800" dirty="0">
                <a:solidFill>
                  <a:schemeClr val="bg2"/>
                </a:solidFill>
                <a:latin typeface="HGP創英角ﾎﾟｯﾌﾟ体" panose="040B0A00000000000000" pitchFamily="50" charset="-128"/>
                <a:ea typeface="HGP創英角ﾎﾟｯﾌﾟ体" panose="040B0A00000000000000" pitchFamily="50" charset="-128"/>
              </a:rPr>
              <a:t>★タスクの優先順位や進行状況が目に見てわかる</a:t>
            </a:r>
            <a:endParaRPr kumimoji="1" lang="en-US" altLang="ja-JP" sz="2800" dirty="0">
              <a:solidFill>
                <a:schemeClr val="bg2"/>
              </a:solidFill>
              <a:latin typeface="HGP創英角ﾎﾟｯﾌﾟ体" panose="040B0A00000000000000" pitchFamily="50" charset="-128"/>
              <a:ea typeface="HGP創英角ﾎﾟｯﾌﾟ体" panose="040B0A00000000000000" pitchFamily="50" charset="-128"/>
            </a:endParaRPr>
          </a:p>
          <a:p>
            <a:endParaRPr kumimoji="1" lang="en-US" altLang="ja-JP" sz="2800" dirty="0">
              <a:solidFill>
                <a:schemeClr val="bg2"/>
              </a:solidFill>
              <a:latin typeface="HGP創英角ﾎﾟｯﾌﾟ体" panose="040B0A00000000000000" pitchFamily="50" charset="-128"/>
              <a:ea typeface="HGP創英角ﾎﾟｯﾌﾟ体" panose="040B0A00000000000000" pitchFamily="50" charset="-128"/>
            </a:endParaRPr>
          </a:p>
          <a:p>
            <a:r>
              <a:rPr kumimoji="1" lang="ja-JP" altLang="en-US" sz="2800" dirty="0">
                <a:solidFill>
                  <a:schemeClr val="bg2"/>
                </a:solidFill>
                <a:latin typeface="HGP創英角ﾎﾟｯﾌﾟ体" panose="040B0A00000000000000" pitchFamily="50" charset="-128"/>
                <a:ea typeface="HGP創英角ﾎﾟｯﾌﾟ体" panose="040B0A00000000000000" pitchFamily="50" charset="-128"/>
              </a:rPr>
              <a:t>★上長からもタスクが見える化される</a:t>
            </a:r>
            <a:endParaRPr kumimoji="1" lang="en-US" altLang="ja-JP" sz="2800" dirty="0">
              <a:solidFill>
                <a:schemeClr val="bg2"/>
              </a:solidFill>
              <a:latin typeface="HGP創英角ﾎﾟｯﾌﾟ体" panose="040B0A00000000000000" pitchFamily="50" charset="-128"/>
              <a:ea typeface="HGP創英角ﾎﾟｯﾌﾟ体" panose="040B0A00000000000000" pitchFamily="50" charset="-128"/>
            </a:endParaRPr>
          </a:p>
          <a:p>
            <a:endParaRPr kumimoji="1" lang="en-US" altLang="ja-JP" sz="2800" dirty="0">
              <a:solidFill>
                <a:schemeClr val="bg2"/>
              </a:solidFill>
              <a:latin typeface="HGP創英角ﾎﾟｯﾌﾟ体" panose="040B0A00000000000000" pitchFamily="50" charset="-128"/>
              <a:ea typeface="HGP創英角ﾎﾟｯﾌﾟ体" panose="040B0A00000000000000" pitchFamily="50" charset="-128"/>
            </a:endParaRPr>
          </a:p>
          <a:p>
            <a:r>
              <a:rPr kumimoji="1" lang="ja-JP" altLang="en-US" sz="2800" dirty="0">
                <a:solidFill>
                  <a:schemeClr val="accent1">
                    <a:lumMod val="60000"/>
                    <a:lumOff val="40000"/>
                  </a:schemeClr>
                </a:solidFill>
                <a:latin typeface="HGP創英角ﾎﾟｯﾌﾟ体" panose="040B0A00000000000000" pitchFamily="50" charset="-128"/>
                <a:ea typeface="HGP創英角ﾎﾟｯﾌﾟ体" panose="040B0A00000000000000" pitchFamily="50" charset="-128"/>
              </a:rPr>
              <a:t>⇒各業務の優先順位を明確にして進められるようになる。</a:t>
            </a:r>
            <a:endParaRPr kumimoji="1" lang="en-US" altLang="ja-JP" sz="2800" dirty="0">
              <a:solidFill>
                <a:schemeClr val="accent1">
                  <a:lumMod val="60000"/>
                  <a:lumOff val="40000"/>
                </a:schemeClr>
              </a:solidFill>
              <a:latin typeface="HGP創英角ﾎﾟｯﾌﾟ体" panose="040B0A00000000000000" pitchFamily="50" charset="-128"/>
              <a:ea typeface="HGP創英角ﾎﾟｯﾌﾟ体" panose="040B0A00000000000000" pitchFamily="50" charset="-128"/>
            </a:endParaRPr>
          </a:p>
          <a:p>
            <a:r>
              <a:rPr kumimoji="1" lang="ja-JP" altLang="en-US" sz="2800" dirty="0">
                <a:solidFill>
                  <a:schemeClr val="accent1">
                    <a:lumMod val="60000"/>
                    <a:lumOff val="40000"/>
                  </a:schemeClr>
                </a:solidFill>
                <a:latin typeface="HGP創英角ﾎﾟｯﾌﾟ体" panose="040B0A00000000000000" pitchFamily="50" charset="-128"/>
                <a:ea typeface="HGP創英角ﾎﾟｯﾌﾟ体" panose="040B0A00000000000000" pitchFamily="50" charset="-128"/>
              </a:rPr>
              <a:t>　また、個人としての管理はもちろん上長からもそれらの見える化を</a:t>
            </a:r>
            <a:endParaRPr kumimoji="1" lang="en-US" altLang="ja-JP" sz="2800" dirty="0">
              <a:solidFill>
                <a:schemeClr val="accent1">
                  <a:lumMod val="60000"/>
                  <a:lumOff val="40000"/>
                </a:schemeClr>
              </a:solidFill>
              <a:latin typeface="HGP創英角ﾎﾟｯﾌﾟ体" panose="040B0A00000000000000" pitchFamily="50" charset="-128"/>
              <a:ea typeface="HGP創英角ﾎﾟｯﾌﾟ体" panose="040B0A00000000000000" pitchFamily="50" charset="-128"/>
            </a:endParaRPr>
          </a:p>
          <a:p>
            <a:r>
              <a:rPr kumimoji="1" lang="ja-JP" altLang="en-US" sz="2800" dirty="0">
                <a:solidFill>
                  <a:schemeClr val="accent1">
                    <a:lumMod val="60000"/>
                    <a:lumOff val="40000"/>
                  </a:schemeClr>
                </a:solidFill>
                <a:latin typeface="HGP創英角ﾎﾟｯﾌﾟ体" panose="040B0A00000000000000" pitchFamily="50" charset="-128"/>
                <a:ea typeface="HGP創英角ﾎﾟｯﾌﾟ体" panose="040B0A00000000000000" pitchFamily="50" charset="-128"/>
              </a:rPr>
              <a:t>　実現し、フォローアップの体制を整える。</a:t>
            </a:r>
            <a:endParaRPr kumimoji="1" lang="en-US" altLang="ja-JP" sz="2800" dirty="0">
              <a:solidFill>
                <a:schemeClr val="accent1">
                  <a:lumMod val="60000"/>
                  <a:lumOff val="40000"/>
                </a:schemeClr>
              </a:solidFill>
              <a:latin typeface="HGP創英角ﾎﾟｯﾌﾟ体" panose="040B0A00000000000000" pitchFamily="50" charset="-128"/>
              <a:ea typeface="HGP創英角ﾎﾟｯﾌﾟ体" panose="040B0A00000000000000" pitchFamily="50" charset="-128"/>
            </a:endParaRPr>
          </a:p>
        </p:txBody>
      </p:sp>
      <p:pic>
        <p:nvPicPr>
          <p:cNvPr id="6" name="図 5">
            <a:extLst>
              <a:ext uri="{FF2B5EF4-FFF2-40B4-BE49-F238E27FC236}">
                <a16:creationId xmlns:a16="http://schemas.microsoft.com/office/drawing/2014/main" id="{3C88042F-B3DC-24ED-2F70-A713ACD34DAF}"/>
              </a:ext>
            </a:extLst>
          </p:cNvPr>
          <p:cNvPicPr>
            <a:picLocks noChangeAspect="1"/>
          </p:cNvPicPr>
          <p:nvPr/>
        </p:nvPicPr>
        <p:blipFill>
          <a:blip r:embed="rId2"/>
          <a:stretch>
            <a:fillRect/>
          </a:stretch>
        </p:blipFill>
        <p:spPr>
          <a:xfrm rot="488766">
            <a:off x="8449747" y="734622"/>
            <a:ext cx="3306221" cy="3306221"/>
          </a:xfrm>
          <a:prstGeom prst="rect">
            <a:avLst/>
          </a:prstGeom>
        </p:spPr>
      </p:pic>
    </p:spTree>
    <p:extLst>
      <p:ext uri="{BB962C8B-B14F-4D97-AF65-F5344CB8AC3E}">
        <p14:creationId xmlns:p14="http://schemas.microsoft.com/office/powerpoint/2010/main" val="2823165339"/>
      </p:ext>
    </p:extLst>
  </p:cSld>
  <p:clrMapOvr>
    <a:masterClrMapping/>
  </p:clrMapOvr>
</p:sld>
</file>

<file path=ppt/theme/theme1.xml><?xml version="1.0" encoding="utf-8"?>
<a:theme xmlns:a="http://schemas.openxmlformats.org/drawingml/2006/main" name="エディトリアル">
  <a:themeElements>
    <a:clrScheme name="エディトリアル">
      <a:dk1>
        <a:sysClr val="windowText" lastClr="000000"/>
      </a:dk1>
      <a:lt1>
        <a:sysClr val="window" lastClr="FFFFFF"/>
      </a:lt1>
      <a:dk2>
        <a:srgbClr val="171717"/>
      </a:dk2>
      <a:lt2>
        <a:srgbClr val="F7F6F3"/>
      </a:lt2>
      <a:accent1>
        <a:srgbClr val="C8350F"/>
      </a:accent1>
      <a:accent2>
        <a:srgbClr val="B6A992"/>
      </a:accent2>
      <a:accent3>
        <a:srgbClr val="D59A6D"/>
      </a:accent3>
      <a:accent4>
        <a:srgbClr val="C7793D"/>
      </a:accent4>
      <a:accent5>
        <a:srgbClr val="DB8464"/>
      </a:accent5>
      <a:accent6>
        <a:srgbClr val="3F7699"/>
      </a:accent6>
      <a:hlink>
        <a:srgbClr val="C8350F"/>
      </a:hlink>
      <a:folHlink>
        <a:srgbClr val="DB8464"/>
      </a:folHlink>
    </a:clrScheme>
    <a:fontScheme name="Custom 22">
      <a:majorFont>
        <a:latin typeface="Haettenschweiler"/>
        <a:ea typeface=""/>
        <a:cs typeface=""/>
      </a:majorFont>
      <a:minorFont>
        <a:latin typeface="Trade Gothic Nex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Editorial" id="{71EC1670-473B-4381-BA1C-B02CC96DD716}" vid="{C5D3EF77-ADD0-40FD-A769-C339DAE739D1}"/>
    </a:ext>
  </a:extLst>
</a:theme>
</file>

<file path=docProps/app.xml><?xml version="1.0" encoding="utf-8"?>
<Properties xmlns="http://schemas.openxmlformats.org/officeDocument/2006/extended-properties" xmlns:vt="http://schemas.openxmlformats.org/officeDocument/2006/docPropsVTypes">
  <Template>Editorial</Template>
  <TotalTime>156</TotalTime>
  <Words>173</Words>
  <Application>Microsoft Office PowerPoint</Application>
  <PresentationFormat>ワイド画面</PresentationFormat>
  <Paragraphs>23</Paragraphs>
  <Slides>6</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6</vt:i4>
      </vt:variant>
    </vt:vector>
  </HeadingPairs>
  <TitlesOfParts>
    <vt:vector size="12" baseType="lpstr">
      <vt:lpstr>HGP創英角ﾎﾟｯﾌﾟ体</vt:lpstr>
      <vt:lpstr>Aptos</vt:lpstr>
      <vt:lpstr>Arial</vt:lpstr>
      <vt:lpstr>Haettenschweiler</vt:lpstr>
      <vt:lpstr>Trade Gothic Next Light</vt:lpstr>
      <vt:lpstr>エディトリアル</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渡辺のぞみ</dc:creator>
  <cp:lastModifiedBy>渡辺のぞみ</cp:lastModifiedBy>
  <cp:revision>3</cp:revision>
  <dcterms:created xsi:type="dcterms:W3CDTF">2026-10-01T12:47:43Z</dcterms:created>
  <dcterms:modified xsi:type="dcterms:W3CDTF">2026-10-08T14:03:48Z</dcterms:modified>
</cp:coreProperties>
</file>