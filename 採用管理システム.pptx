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8" r:id="rId1"/>
  </p:sldMasterIdLst>
  <p:sldIdLst>
    <p:sldId id="256" r:id="rId2"/>
    <p:sldId id="261" r:id="rId3"/>
    <p:sldId id="257" r:id="rId4"/>
    <p:sldId id="258" r:id="rId5"/>
    <p:sldId id="259" r:id="rId6"/>
    <p:sldId id="263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1033272"/>
            <a:ext cx="5892073" cy="389534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" y="5733288"/>
            <a:ext cx="5892071" cy="7955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31152" y="793817"/>
            <a:ext cx="5260848" cy="6064181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38587" y="207982"/>
            <a:ext cx="2662798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DC4806F-8A57-40BE-A78D-79608F060769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65ADB7-264D-4521-B389-CB8384128B9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F2C2C7B-6B47-4A5B-B24C-B316964ABE62}"/>
              </a:ext>
            </a:extLst>
          </p:cNvPr>
          <p:cNvCxnSpPr>
            <a:cxnSpLocks/>
          </p:cNvCxnSpPr>
          <p:nvPr/>
        </p:nvCxnSpPr>
        <p:spPr>
          <a:xfrm flipV="1">
            <a:off x="6929823" y="789558"/>
            <a:ext cx="0" cy="606844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F32355F-80FD-3956-F8D4-9DF4073D0E2E}"/>
              </a:ext>
            </a:extLst>
          </p:cNvPr>
          <p:cNvCxnSpPr>
            <a:cxnSpLocks/>
          </p:cNvCxnSpPr>
          <p:nvPr/>
        </p:nvCxnSpPr>
        <p:spPr>
          <a:xfrm>
            <a:off x="0" y="5420250"/>
            <a:ext cx="6929823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D4DD8B2-0D73-EB9B-9708-67DF28E40F96}"/>
              </a:ext>
            </a:extLst>
          </p:cNvPr>
          <p:cNvCxnSpPr>
            <a:cxnSpLocks/>
          </p:cNvCxnSpPr>
          <p:nvPr/>
        </p:nvCxnSpPr>
        <p:spPr>
          <a:xfrm>
            <a:off x="0" y="791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36883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12648"/>
            <a:ext cx="11253668" cy="1106424"/>
          </a:xfrm>
        </p:spPr>
        <p:txBody>
          <a:bodyPr/>
          <a:lstStyle>
            <a:lvl1pPr>
              <a:defRPr sz="6600">
                <a:solidFill>
                  <a:schemeClr val="tx2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9" y="2139696"/>
            <a:ext cx="11253668" cy="428853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D457B6E-DC25-9A54-64F7-98703149B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49DF708-DA4E-D117-5CE8-7401A836F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4806F-8A57-40BE-A78D-79608F060769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1AE2728-8254-BE0F-89AB-2D5352D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5ADB7-264D-4521-B389-CB8384128B9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93DFD8D-B66E-C844-B523-E3C51265F5EA}"/>
              </a:ext>
            </a:extLst>
          </p:cNvPr>
          <p:cNvCxnSpPr>
            <a:cxnSpLocks/>
          </p:cNvCxnSpPr>
          <p:nvPr/>
        </p:nvCxnSpPr>
        <p:spPr>
          <a:xfrm>
            <a:off x="0" y="1805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0761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223554"/>
            <a:ext cx="11430000" cy="914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6083090"/>
            <a:ext cx="11429999" cy="5669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50694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8DC4806F-8A57-40BE-A78D-79608F060769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3A65ADB7-264D-4521-B389-CB8384128B9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BE8472-319C-7663-7B71-2A6549DED7EF}"/>
              </a:ext>
            </a:extLst>
          </p:cNvPr>
          <p:cNvCxnSpPr>
            <a:cxnSpLocks/>
          </p:cNvCxnSpPr>
          <p:nvPr/>
        </p:nvCxnSpPr>
        <p:spPr>
          <a:xfrm>
            <a:off x="0" y="5068350"/>
            <a:ext cx="12188952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66288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758952"/>
            <a:ext cx="7589520" cy="408736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9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5404104"/>
            <a:ext cx="11515277" cy="5760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54496"/>
            <a:ext cx="296369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1742" y="6254496"/>
            <a:ext cx="167964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DC4806F-8A57-40BE-A78D-79608F060769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54496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65ADB7-264D-4521-B389-CB8384128B9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5C310B-ED34-BA33-630C-F8D5EB2A41A2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6B77E3C-9D50-9277-C646-D9B5AB8122BB}"/>
              </a:ext>
            </a:extLst>
          </p:cNvPr>
          <p:cNvCxnSpPr>
            <a:cxnSpLocks/>
          </p:cNvCxnSpPr>
          <p:nvPr/>
        </p:nvCxnSpPr>
        <p:spPr>
          <a:xfrm>
            <a:off x="0" y="527477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83570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セクション見出し">
    <p:bg>
      <p:bgPr>
        <a:solidFill>
          <a:srgbClr val="C835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" y="1435608"/>
            <a:ext cx="11594592" cy="5559552"/>
          </a:xfrm>
        </p:spPr>
        <p:txBody>
          <a:bodyPr anchor="b">
            <a:normAutofit/>
          </a:bodyPr>
          <a:lstStyle>
            <a:lvl1pPr>
              <a:lnSpc>
                <a:spcPct val="67000"/>
              </a:lnSpc>
              <a:defRPr sz="14800">
                <a:solidFill>
                  <a:schemeClr val="tx2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3F3D2-CADD-A94F-6739-CCCDA6C6F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C541E-3AF5-9564-CE04-E4B86459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DC4806F-8A57-40BE-A78D-79608F060769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772A7-7F28-0EB0-D243-BCC6917D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65ADB7-264D-4521-B389-CB8384128B9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716D65-B11C-E9B7-66BF-88E72C5DCEBA}"/>
              </a:ext>
            </a:extLst>
          </p:cNvPr>
          <p:cNvCxnSpPr>
            <a:cxnSpLocks/>
          </p:cNvCxnSpPr>
          <p:nvPr/>
        </p:nvCxnSpPr>
        <p:spPr>
          <a:xfrm>
            <a:off x="0" y="783822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3887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7" y="886968"/>
            <a:ext cx="11405277" cy="1170432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599C6D-D164-AA94-72F8-241C18719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4881" y="2832652"/>
            <a:ext cx="6893719" cy="3508951"/>
          </a:xfrm>
        </p:spPr>
        <p:txBody>
          <a:bodyPr anchor="t"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B50CAA-07B2-F8CA-1425-4249CE17A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4806F-8A57-40BE-A78D-79608F060769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DEAD866-E26E-BF23-7B5D-9F689B2FA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5ADB7-264D-4521-B389-CB8384128B9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AC7CAE-FC19-2728-AA3B-1D2FE7879B25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11B3592-91FB-05F4-B422-A40D7CD4DE2D}"/>
              </a:ext>
            </a:extLst>
          </p:cNvPr>
          <p:cNvCxnSpPr>
            <a:cxnSpLocks/>
          </p:cNvCxnSpPr>
          <p:nvPr/>
        </p:nvCxnSpPr>
        <p:spPr>
          <a:xfrm>
            <a:off x="0" y="800100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80877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6944" y="521208"/>
            <a:ext cx="6647688" cy="1865376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accent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D3A4126-4E48-DD2C-1468-6A36AE6C1D1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7320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6943" y="2651760"/>
            <a:ext cx="6327648" cy="3547872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1899" y="210312"/>
            <a:ext cx="2962656" cy="411480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73511" y="210312"/>
            <a:ext cx="1679642" cy="411480"/>
          </a:xfrm>
        </p:spPr>
        <p:txBody>
          <a:bodyPr/>
          <a:lstStyle/>
          <a:p>
            <a:fld id="{8DC4806F-8A57-40BE-A78D-79608F060769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5ADB7-264D-4521-B389-CB8384128B9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7633BE4-C9B9-310C-1EAE-191B5D344B59}"/>
              </a:ext>
            </a:extLst>
          </p:cNvPr>
          <p:cNvCxnSpPr>
            <a:cxnSpLocks/>
          </p:cNvCxnSpPr>
          <p:nvPr/>
        </p:nvCxnSpPr>
        <p:spPr>
          <a:xfrm>
            <a:off x="4923916" y="2452449"/>
            <a:ext cx="7268084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A010762-96A4-4E1C-CD5D-EE1C1D1FC6E2}"/>
              </a:ext>
            </a:extLst>
          </p:cNvPr>
          <p:cNvCxnSpPr>
            <a:cxnSpLocks/>
          </p:cNvCxnSpPr>
          <p:nvPr/>
        </p:nvCxnSpPr>
        <p:spPr>
          <a:xfrm flipV="1">
            <a:off x="4923916" y="0"/>
            <a:ext cx="0" cy="685800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8934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1" y="2077374"/>
            <a:ext cx="4479107" cy="269141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7DEB5EF-910B-9B2B-CB95-1AD374FEC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1577" y="2210542"/>
            <a:ext cx="5869293" cy="2432477"/>
          </a:xfrm>
        </p:spPr>
        <p:txBody>
          <a:bodyPr anchor="ctr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FD4BD0F-0EF0-D5B9-5485-1ECB765DC5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51577" y="207982"/>
            <a:ext cx="1921315" cy="413360"/>
          </a:xfrm>
        </p:spPr>
        <p:txBody>
          <a:bodyPr/>
          <a:lstStyle/>
          <a:p>
            <a:fld id="{8DC4806F-8A57-40BE-A78D-79608F060769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566B317-2D55-4797-E621-551FCA482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5ADB7-264D-4521-B389-CB8384128B9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5311938" y="1550633"/>
            <a:ext cx="0" cy="375673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790D5D6-313A-8ACD-591F-F8BEC510B947}"/>
              </a:ext>
            </a:extLst>
          </p:cNvPr>
          <p:cNvCxnSpPr>
            <a:cxnSpLocks/>
          </p:cNvCxnSpPr>
          <p:nvPr/>
        </p:nvCxnSpPr>
        <p:spPr>
          <a:xfrm>
            <a:off x="0" y="5308844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F6F1415-3933-6D89-472D-2FA4BBB279E7}"/>
              </a:ext>
            </a:extLst>
          </p:cNvPr>
          <p:cNvCxnSpPr>
            <a:cxnSpLocks/>
          </p:cNvCxnSpPr>
          <p:nvPr/>
        </p:nvCxnSpPr>
        <p:spPr>
          <a:xfrm>
            <a:off x="0" y="155063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153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2" y="1249959"/>
            <a:ext cx="4085912" cy="51256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5B8121-E925-2131-A76A-FBDAB0BC9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8384" y="1249959"/>
            <a:ext cx="6440424" cy="523876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BA5BEFD-7245-BB4D-0F86-F1C3A32E06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63852" y="207982"/>
            <a:ext cx="1921315" cy="413360"/>
          </a:xfrm>
        </p:spPr>
        <p:txBody>
          <a:bodyPr/>
          <a:lstStyle/>
          <a:p>
            <a:fld id="{8DC4806F-8A57-40BE-A78D-79608F060769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5879897-4AF6-4B38-AB30-8DD979DC5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5ADB7-264D-4521-B389-CB8384128B9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4918746" y="805343"/>
            <a:ext cx="0" cy="6052657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5516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0876" y="749808"/>
            <a:ext cx="6442024" cy="20391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0328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0875" y="213482"/>
            <a:ext cx="2962656" cy="411480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09227" y="210312"/>
            <a:ext cx="1679642" cy="411480"/>
          </a:xfrm>
        </p:spPr>
        <p:txBody>
          <a:bodyPr/>
          <a:lstStyle/>
          <a:p>
            <a:fld id="{8DC4806F-8A57-40BE-A78D-79608F060769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5ADB7-264D-4521-B389-CB8384128B9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0875" y="2944368"/>
            <a:ext cx="6442025" cy="357169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10328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1159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0308" y="612648"/>
            <a:ext cx="7022592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342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D81791C-036D-058C-0055-96793694D6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750307" y="210312"/>
            <a:ext cx="3531437" cy="413360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A8DE5B-9C41-DE5B-BF91-98510120DCF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582299" y="210312"/>
            <a:ext cx="1679642" cy="413360"/>
          </a:xfrm>
        </p:spPr>
        <p:txBody>
          <a:bodyPr/>
          <a:lstStyle/>
          <a:p>
            <a:fld id="{8DC4806F-8A57-40BE-A78D-79608F060769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E0FD979-F905-C567-8E21-A3EDCE17980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A65ADB7-264D-4521-B389-CB8384128B9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0307" y="1746503"/>
            <a:ext cx="7022592" cy="480669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345760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27015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612648"/>
            <a:ext cx="7015483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B59EF2B-7C7F-BA27-16C2-C56B21D3774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A99D216-CE5A-6458-A23E-BE0E554AC3D1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224951" y="207982"/>
            <a:ext cx="1682496" cy="413360"/>
          </a:xfrm>
        </p:spPr>
        <p:txBody>
          <a:bodyPr/>
          <a:lstStyle/>
          <a:p>
            <a:fld id="{8DC4806F-8A57-40BE-A78D-79608F060769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220FA64-3C9A-EBCF-5C28-E7DED40C97D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789594" y="207982"/>
            <a:ext cx="546447" cy="413360"/>
          </a:xfrm>
        </p:spPr>
        <p:txBody>
          <a:bodyPr/>
          <a:lstStyle/>
          <a:p>
            <a:fld id="{3A65ADB7-264D-4521-B389-CB8384128B9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746504"/>
            <a:ext cx="7018271" cy="480669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773592" y="0"/>
            <a:ext cx="4417215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776883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25112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3" y="749808"/>
            <a:ext cx="5778227" cy="10332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69163" y="210312"/>
            <a:ext cx="1679642" cy="411480"/>
          </a:xfrm>
        </p:spPr>
        <p:txBody>
          <a:bodyPr/>
          <a:lstStyle/>
          <a:p>
            <a:fld id="{8DC4806F-8A57-40BE-A78D-79608F060769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14093" y="210312"/>
            <a:ext cx="546447" cy="413360"/>
          </a:xfrm>
        </p:spPr>
        <p:txBody>
          <a:bodyPr/>
          <a:lstStyle/>
          <a:p>
            <a:fld id="{3A65ADB7-264D-4521-B389-CB8384128B9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993391"/>
            <a:ext cx="5778227" cy="455980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75416" y="0"/>
            <a:ext cx="5616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F4034EB-F498-D527-195A-D17B85027774}"/>
              </a:ext>
            </a:extLst>
          </p:cNvPr>
          <p:cNvCxnSpPr>
            <a:cxnSpLocks/>
          </p:cNvCxnSpPr>
          <p:nvPr/>
        </p:nvCxnSpPr>
        <p:spPr>
          <a:xfrm>
            <a:off x="6570629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54146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749808"/>
            <a:ext cx="4123680" cy="151790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210312"/>
            <a:ext cx="2260057" cy="411480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9329" y="210312"/>
            <a:ext cx="1058111" cy="411480"/>
          </a:xfrm>
        </p:spPr>
        <p:txBody>
          <a:bodyPr/>
          <a:lstStyle/>
          <a:p>
            <a:fld id="{8DC4806F-8A57-40BE-A78D-79608F060769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10197" y="210312"/>
            <a:ext cx="440969" cy="413360"/>
          </a:xfrm>
        </p:spPr>
        <p:txBody>
          <a:bodyPr/>
          <a:lstStyle/>
          <a:p>
            <a:fld id="{3A65ADB7-264D-4521-B389-CB8384128B9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04" y="2578609"/>
            <a:ext cx="4130606" cy="371246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12658" y="0"/>
            <a:ext cx="7279341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0796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07695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49808"/>
            <a:ext cx="11514755" cy="9601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8890DBE-0DD3-8504-F95F-4225535FB1B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4BB28A-95D9-4CE6-DA59-520BA3C61CD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DC4806F-8A57-40BE-A78D-79608F060769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1FA0A0C-CE55-CB7D-174D-D77937630A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A65ADB7-264D-4521-B389-CB8384128B9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2180556"/>
            <a:ext cx="5012355" cy="42842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822674" y="1834524"/>
            <a:ext cx="6378722" cy="50234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C753443-12E2-4CD3-2C6F-4E20536BA82B}"/>
              </a:ext>
            </a:extLst>
          </p:cNvPr>
          <p:cNvCxnSpPr>
            <a:cxnSpLocks/>
          </p:cNvCxnSpPr>
          <p:nvPr/>
        </p:nvCxnSpPr>
        <p:spPr>
          <a:xfrm>
            <a:off x="5816454" y="1827254"/>
            <a:ext cx="0" cy="504063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B4AF9B-8CF3-D7A8-CDB9-8E513FFF57EC}"/>
              </a:ext>
            </a:extLst>
          </p:cNvPr>
          <p:cNvCxnSpPr>
            <a:cxnSpLocks/>
          </p:cNvCxnSpPr>
          <p:nvPr/>
        </p:nvCxnSpPr>
        <p:spPr>
          <a:xfrm>
            <a:off x="0" y="1827254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68331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5166364"/>
            <a:ext cx="3656530" cy="12234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8096" cy="48371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9121" y="5166364"/>
            <a:ext cx="7073776" cy="122342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437376"/>
            <a:ext cx="2962656" cy="365125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99121" y="6437193"/>
            <a:ext cx="4549413" cy="365125"/>
          </a:xfrm>
        </p:spPr>
        <p:txBody>
          <a:bodyPr/>
          <a:lstStyle/>
          <a:p>
            <a:fld id="{8DC4806F-8A57-40BE-A78D-79608F060769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437376"/>
            <a:ext cx="546447" cy="413360"/>
          </a:xfrm>
        </p:spPr>
        <p:txBody>
          <a:bodyPr/>
          <a:lstStyle/>
          <a:p>
            <a:fld id="{3A65ADB7-264D-4521-B389-CB8384128B9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DF9F6E2-159F-CDF3-F2D3-AB7A7E505C0B}"/>
              </a:ext>
            </a:extLst>
          </p:cNvPr>
          <p:cNvCxnSpPr>
            <a:cxnSpLocks/>
          </p:cNvCxnSpPr>
          <p:nvPr/>
        </p:nvCxnSpPr>
        <p:spPr>
          <a:xfrm>
            <a:off x="4283425" y="4837176"/>
            <a:ext cx="0" cy="202082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4F9120-94C1-CA43-BF4E-9411F4866A20}"/>
              </a:ext>
            </a:extLst>
          </p:cNvPr>
          <p:cNvCxnSpPr>
            <a:cxnSpLocks/>
          </p:cNvCxnSpPr>
          <p:nvPr/>
        </p:nvCxnSpPr>
        <p:spPr>
          <a:xfrm>
            <a:off x="-1250" y="4842106"/>
            <a:ext cx="1219325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39788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62002"/>
            <a:ext cx="6612786" cy="155589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A2AC736-2858-40E1-3533-38692573EC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F901C69-26AA-7830-9BFF-EC62E8208AB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DC4806F-8A57-40BE-A78D-79608F060769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83EC4C7-2AFC-9797-0F80-FCBABD2A856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A65ADB7-264D-4521-B389-CB8384128B9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6627" y="2435966"/>
            <a:ext cx="7283725" cy="4422032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068" y="762000"/>
            <a:ext cx="4092813" cy="57912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8F70BF-1865-3761-955D-0621AA22B818}"/>
              </a:ext>
            </a:extLst>
          </p:cNvPr>
          <p:cNvCxnSpPr>
            <a:cxnSpLocks/>
          </p:cNvCxnSpPr>
          <p:nvPr/>
        </p:nvCxnSpPr>
        <p:spPr>
          <a:xfrm>
            <a:off x="0" y="2435966"/>
            <a:ext cx="72771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638DF4A-7DDF-7C24-D39A-EA7EAF7CFE63}"/>
              </a:ext>
            </a:extLst>
          </p:cNvPr>
          <p:cNvCxnSpPr>
            <a:cxnSpLocks/>
          </p:cNvCxnSpPr>
          <p:nvPr/>
        </p:nvCxnSpPr>
        <p:spPr>
          <a:xfrm>
            <a:off x="7277100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86450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448056"/>
            <a:ext cx="11514759" cy="1124712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8DC4806F-8A57-40BE-A78D-79608F060769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07982"/>
            <a:ext cx="546447" cy="411480"/>
          </a:xfrm>
        </p:spPr>
        <p:txBody>
          <a:bodyPr/>
          <a:lstStyle/>
          <a:p>
            <a:fld id="{3A65ADB7-264D-4521-B389-CB8384128B9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3614" y="1700784"/>
            <a:ext cx="3318170" cy="515721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1441" y="2130553"/>
            <a:ext cx="7971459" cy="442264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C347961-3E7C-FAAC-2283-DA751A80201C}"/>
              </a:ext>
            </a:extLst>
          </p:cNvPr>
          <p:cNvCxnSpPr>
            <a:cxnSpLocks/>
          </p:cNvCxnSpPr>
          <p:nvPr/>
        </p:nvCxnSpPr>
        <p:spPr>
          <a:xfrm>
            <a:off x="0" y="1695518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4B3C03-E31F-77F7-02F0-8C25E1C62792}"/>
              </a:ext>
            </a:extLst>
          </p:cNvPr>
          <p:cNvCxnSpPr>
            <a:cxnSpLocks/>
          </p:cNvCxnSpPr>
          <p:nvPr/>
        </p:nvCxnSpPr>
        <p:spPr>
          <a:xfrm>
            <a:off x="3318170" y="1695518"/>
            <a:ext cx="0" cy="516248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31875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umber Larg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1232" y="1188720"/>
            <a:ext cx="4069080" cy="4480560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28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8056" y="1609344"/>
            <a:ext cx="6775704" cy="415137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r">
              <a:lnSpc>
                <a:spcPct val="70000"/>
              </a:lnSpc>
              <a:buNone/>
              <a:defRPr lang="en-US" sz="33400" dirty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2pPr>
            <a:lvl3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3pPr>
            <a:lvl4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4pPr>
            <a:lvl5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 dirty="0"/>
              <a:t>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DC4806F-8A57-40BE-A78D-79608F060769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65ADB7-264D-4521-B389-CB8384128B9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34144DB-F44E-C5EB-68A1-D39E3F401C4E}"/>
              </a:ext>
            </a:extLst>
          </p:cNvPr>
          <p:cNvCxnSpPr>
            <a:cxnSpLocks/>
          </p:cNvCxnSpPr>
          <p:nvPr/>
        </p:nvCxnSpPr>
        <p:spPr>
          <a:xfrm>
            <a:off x="0" y="6069441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88774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17773" y="914400"/>
            <a:ext cx="10045427" cy="4464554"/>
          </a:xfrm>
        </p:spPr>
        <p:txBody>
          <a:bodyPr anchor="ctr">
            <a:noAutofit/>
          </a:bodyPr>
          <a:lstStyle>
            <a:lvl1pPr marL="0" indent="0">
              <a:lnSpc>
                <a:spcPct val="75000"/>
              </a:lnSpc>
              <a:buNone/>
              <a:defRPr sz="8800" b="0">
                <a:solidFill>
                  <a:schemeClr val="tx2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8000" b="0">
                <a:solidFill>
                  <a:schemeClr val="tx2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7200" b="0">
                <a:solidFill>
                  <a:schemeClr val="tx2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6600" b="0">
                <a:solidFill>
                  <a:schemeClr val="tx2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6000" b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63640"/>
            <a:ext cx="2963692" cy="413360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80069" y="6263640"/>
            <a:ext cx="1921315" cy="413360"/>
          </a:xfrm>
        </p:spPr>
        <p:txBody>
          <a:bodyPr/>
          <a:lstStyle/>
          <a:p>
            <a:fld id="{8DC4806F-8A57-40BE-A78D-79608F060769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/>
          <a:p>
            <a:fld id="{3A65ADB7-264D-4521-B389-CB8384128B9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935D4C-A027-60A0-BEB8-B1A89C1C5E3A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10343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3232" y="5440220"/>
            <a:ext cx="9299448" cy="1015996"/>
          </a:xfrm>
        </p:spPr>
        <p:txBody>
          <a:bodyPr anchor="ctr">
            <a:normAutofit/>
          </a:bodyPr>
          <a:lstStyle>
            <a:lvl1pPr>
              <a:defRPr sz="20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0040" y="1170816"/>
            <a:ext cx="9692640" cy="3872159"/>
          </a:xfrm>
        </p:spPr>
        <p:txBody>
          <a:bodyPr>
            <a:normAutofit/>
          </a:bodyPr>
          <a:lstStyle>
            <a:lvl1pPr marL="274320" indent="-274320">
              <a:lnSpc>
                <a:spcPct val="70000"/>
              </a:lnSpc>
              <a:buNone/>
              <a:defRPr sz="8800" cap="all" baseline="0">
                <a:solidFill>
                  <a:schemeClr val="tx2"/>
                </a:solidFill>
                <a:latin typeface="+mj-lt"/>
              </a:defRPr>
            </a:lvl1pPr>
            <a:lvl2pPr marL="274320" indent="-274320">
              <a:lnSpc>
                <a:spcPct val="70000"/>
              </a:lnSpc>
              <a:buNone/>
              <a:defRPr sz="80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2pPr>
            <a:lvl3pPr marL="274320" indent="-274320">
              <a:lnSpc>
                <a:spcPct val="70000"/>
              </a:lnSpc>
              <a:buNone/>
              <a:defRPr sz="72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3pPr>
            <a:lvl4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4pPr>
            <a:lvl5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2443788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DC4806F-8A57-40BE-A78D-79608F060769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65ADB7-264D-4521-B389-CB8384128B9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60C7B9-B6D9-6FB6-59EE-D9DB3BC93758}"/>
              </a:ext>
            </a:extLst>
          </p:cNvPr>
          <p:cNvCxnSpPr>
            <a:cxnSpLocks/>
          </p:cNvCxnSpPr>
          <p:nvPr/>
        </p:nvCxnSpPr>
        <p:spPr>
          <a:xfrm flipH="1">
            <a:off x="0" y="787179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5D9130-12F6-DFB8-70EF-9ACBA9FDECB0}"/>
              </a:ext>
            </a:extLst>
          </p:cNvPr>
          <p:cNvCxnSpPr>
            <a:cxnSpLocks/>
          </p:cNvCxnSpPr>
          <p:nvPr/>
        </p:nvCxnSpPr>
        <p:spPr>
          <a:xfrm>
            <a:off x="0" y="5274530"/>
            <a:ext cx="12192000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54388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594AB-EF90-9591-5954-F617B83D1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85800"/>
            <a:ext cx="11253668" cy="66569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6A57BED-3AFE-6AA9-E0D5-586748D61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7C21221-DC95-273B-0C4F-43B35ADA1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4806F-8A57-40BE-A78D-79608F060769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E44E859-99AA-D46F-1AD8-4C0F287F3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5ADB7-264D-4521-B389-CB8384128B9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3231F-0FFC-E2BB-36F8-9816E4DECE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7773" y="1773857"/>
            <a:ext cx="5349240" cy="445312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3CC2C1-ED8C-D52E-BEF5-671EDC6238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4987" y="1773858"/>
            <a:ext cx="5349240" cy="445312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397169B-5226-712F-36F4-352E56B637D4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838210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2" y="685800"/>
            <a:ext cx="11256264" cy="6675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4806F-8A57-40BE-A78D-79608F060769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5ADB7-264D-4521-B389-CB8384128B9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9FF10-A82A-AAEB-4B8C-921F3BA20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7773" y="1773857"/>
            <a:ext cx="5349064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4D3C6A-509A-8CB1-B220-1CE755BE2F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7773" y="2368476"/>
            <a:ext cx="5349064" cy="385876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627A15-4AB2-F230-22C7-0605AFD7D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24796" y="1773857"/>
            <a:ext cx="5349240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1ECFD5-92D0-1854-D18E-8BC5DF56A7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24796" y="2368476"/>
            <a:ext cx="5349240" cy="385876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D1AC07E-A077-E2A6-1718-DDDA542A8A98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371462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17042-CDCB-3B2F-8C5B-24B17903E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A4C6AE-702E-258F-EA5E-02906C70D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339AE3-ADB1-728F-9FBA-2FD43A0AC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4806F-8A57-40BE-A78D-79608F060769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965F4B-E6CF-D83A-1F1B-81274FD57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5ADB7-264D-4521-B389-CB8384128B9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161375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E52550-02A6-D7FB-DD57-70C87BAA4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02D272-B561-7F82-06FB-C5DE719AA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4806F-8A57-40BE-A78D-79608F060769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EF0FF0-3A36-A128-D75E-71A4B54CB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5ADB7-264D-4521-B389-CB8384128B9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7992292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8A45ECA-9413-0F81-085A-48CF6F23E1DC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tx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832104"/>
            <a:ext cx="11253668" cy="1225296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263640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1" y="6263640"/>
            <a:ext cx="1933553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DC4806F-8A57-40BE-A78D-79608F060769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65ADB7-264D-4521-B389-CB8384128B9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7" y="3429001"/>
            <a:ext cx="11253669" cy="27735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27151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60" y="1270390"/>
            <a:ext cx="7929980" cy="2060888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5" y="3794761"/>
            <a:ext cx="7932765" cy="15310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8DC4806F-8A57-40BE-A78D-79608F060769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5ADB7-264D-4521-B389-CB8384128B9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4D168F9-DE00-B9C1-AD77-139DA8AF3364}"/>
              </a:ext>
            </a:extLst>
          </p:cNvPr>
          <p:cNvCxnSpPr>
            <a:cxnSpLocks/>
          </p:cNvCxnSpPr>
          <p:nvPr/>
        </p:nvCxnSpPr>
        <p:spPr>
          <a:xfrm>
            <a:off x="0" y="3434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67307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398EFF-E3C5-E79D-1BD3-016E84949F9C}"/>
              </a:ext>
            </a:extLst>
          </p:cNvPr>
          <p:cNvCxnSpPr>
            <a:cxnSpLocks/>
          </p:cNvCxnSpPr>
          <p:nvPr/>
        </p:nvCxnSpPr>
        <p:spPr>
          <a:xfrm>
            <a:off x="0" y="789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478947-1D67-18A4-7E48-5B4B2F97F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935798"/>
            <a:ext cx="11253668" cy="6656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E08CA-9517-ABC1-E915-31EA6D7B7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0559" y="1707581"/>
            <a:ext cx="11253668" cy="4848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3983D-E783-AAEC-26DB-4B3F6511C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7773" y="207982"/>
            <a:ext cx="2963692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54426-0A97-D20B-FD06-9648AED77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80069" y="207982"/>
            <a:ext cx="1921315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fld id="{8DC4806F-8A57-40BE-A78D-79608F060769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13386-8E2A-2962-4804-81558038B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8870" y="207982"/>
            <a:ext cx="546447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850" b="1" cap="all" baseline="0">
                <a:solidFill>
                  <a:schemeClr val="tx2"/>
                </a:solidFill>
              </a:defRPr>
            </a:lvl1pPr>
          </a:lstStyle>
          <a:p>
            <a:fld id="{3A65ADB7-264D-4521-B389-CB8384128B9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143C14-E680-3360-0E4D-DA502AF50E85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9780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 as 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1306199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9" r:id="rId1"/>
    <p:sldLayoutId id="2147483900" r:id="rId2"/>
    <p:sldLayoutId id="2147483901" r:id="rId3"/>
    <p:sldLayoutId id="2147483902" r:id="rId4"/>
    <p:sldLayoutId id="2147483903" r:id="rId5"/>
    <p:sldLayoutId id="2147483904" r:id="rId6"/>
    <p:sldLayoutId id="2147483905" r:id="rId7"/>
    <p:sldLayoutId id="2147483906" r:id="rId8"/>
    <p:sldLayoutId id="2147483907" r:id="rId9"/>
    <p:sldLayoutId id="2147483908" r:id="rId10"/>
    <p:sldLayoutId id="2147483909" r:id="rId11"/>
    <p:sldLayoutId id="2147483910" r:id="rId12"/>
    <p:sldLayoutId id="2147483911" r:id="rId13"/>
    <p:sldLayoutId id="2147483912" r:id="rId14"/>
    <p:sldLayoutId id="2147483913" r:id="rId15"/>
    <p:sldLayoutId id="2147483914" r:id="rId16"/>
    <p:sldLayoutId id="2147483915" r:id="rId17"/>
    <p:sldLayoutId id="2147483916" r:id="rId18"/>
    <p:sldLayoutId id="2147483917" r:id="rId19"/>
    <p:sldLayoutId id="2147483918" r:id="rId20"/>
    <p:sldLayoutId id="2147483919" r:id="rId21"/>
    <p:sldLayoutId id="2147483920" r:id="rId22"/>
    <p:sldLayoutId id="2147483921" r:id="rId23"/>
    <p:sldLayoutId id="2147483922" r:id="rId24"/>
    <p:sldLayoutId id="2147483923" r:id="rId25"/>
    <p:sldLayoutId id="2147483924" r:id="rId26"/>
    <p:sldLayoutId id="2147483925" r:id="rId27"/>
  </p:sldLayoutIdLst>
  <p:txStyles>
    <p:titleStyle>
      <a:lvl1pPr algn="l" defTabSz="914400" rtl="0" eaLnBrk="1" latinLnBrk="0" hangingPunct="1">
        <a:lnSpc>
          <a:spcPct val="70000"/>
        </a:lnSpc>
        <a:spcBef>
          <a:spcPct val="0"/>
        </a:spcBef>
        <a:buNone/>
        <a:defRPr kumimoji="1" sz="40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kumimoji="1"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kumimoji="1"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kumimoji="1"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kumimoji="1"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kumimoji="1"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0">
          <p15:clr>
            <a:srgbClr val="F26B43"/>
          </p15:clr>
        </p15:guide>
        <p15:guide id="2" pos="264">
          <p15:clr>
            <a:srgbClr val="F26B43"/>
          </p15:clr>
        </p15:guide>
        <p15:guide id="3" pos="7416">
          <p15:clr>
            <a:srgbClr val="F26B43"/>
          </p15:clr>
        </p15:guide>
        <p15:guide id="4" orient="horz" pos="3816">
          <p15:clr>
            <a:srgbClr val="F26B43"/>
          </p15:clr>
        </p15:guide>
        <p15:guide id="5" pos="7200">
          <p15:clr>
            <a:srgbClr val="F26B43"/>
          </p15:clr>
        </p15:guide>
        <p15:guide id="6" pos="504">
          <p15:clr>
            <a:srgbClr val="F26B43"/>
          </p15:clr>
        </p15:guide>
        <p15:guide id="7" orient="horz" pos="4128">
          <p15:clr>
            <a:srgbClr val="F26B43"/>
          </p15:clr>
        </p15:guide>
        <p15:guide id="8" orient="horz" pos="1056">
          <p15:clr>
            <a:srgbClr val="F26B43"/>
          </p15:clr>
        </p15:guide>
        <p15:guide id="9" pos="45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BBA34DA-67E3-DC1A-4BE9-71F6EA5EC27A}"/>
              </a:ext>
            </a:extLst>
          </p:cNvPr>
          <p:cNvSpPr/>
          <p:nvPr/>
        </p:nvSpPr>
        <p:spPr>
          <a:xfrm>
            <a:off x="1171254" y="842481"/>
            <a:ext cx="9811820" cy="39247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8000" dirty="0">
                <a:solidFill>
                  <a:schemeClr val="accent1">
                    <a:lumMod val="60000"/>
                    <a:lumOff val="40000"/>
                  </a:schemeClr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採用管理システム</a:t>
            </a:r>
            <a:r>
              <a:rPr kumimoji="1" lang="ja-JP" altLang="en-US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とは</a:t>
            </a:r>
            <a:endParaRPr kumimoji="1" lang="ja-JP" altLang="en-US" sz="8000" dirty="0">
              <a:solidFill>
                <a:schemeClr val="accent1">
                  <a:lumMod val="60000"/>
                  <a:lumOff val="40000"/>
                </a:schemeClr>
              </a:solidFill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86022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CE0243-5D54-B0D4-A614-3B89D2D46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AC1827D-7BCF-9208-8395-B69FA80EF557}"/>
              </a:ext>
            </a:extLst>
          </p:cNvPr>
          <p:cNvSpPr/>
          <p:nvPr/>
        </p:nvSpPr>
        <p:spPr>
          <a:xfrm>
            <a:off x="71919" y="174660"/>
            <a:ext cx="10931703" cy="17568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5400" dirty="0">
                <a:solidFill>
                  <a:srgbClr val="0070C0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採用管理システム</a:t>
            </a:r>
            <a:r>
              <a:rPr kumimoji="1" lang="ja-JP" altLang="en-US" sz="3200" dirty="0">
                <a:solidFill>
                  <a:srgbClr val="0070C0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を作ろうと思った経緯。。。</a:t>
            </a:r>
            <a:endParaRPr kumimoji="1" lang="ja-JP" altLang="en-US" sz="5400" dirty="0">
              <a:solidFill>
                <a:srgbClr val="0070C0"/>
              </a:solidFill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571A34C-277C-6945-E93B-9A59C9D96EE4}"/>
              </a:ext>
            </a:extLst>
          </p:cNvPr>
          <p:cNvSpPr/>
          <p:nvPr/>
        </p:nvSpPr>
        <p:spPr>
          <a:xfrm>
            <a:off x="791109" y="1417833"/>
            <a:ext cx="10931703" cy="50446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2800" dirty="0">
              <a:solidFill>
                <a:schemeClr val="bg2"/>
              </a:solidFill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r>
              <a:rPr kumimoji="1" lang="ja-JP" altLang="en-US" sz="2800" dirty="0">
                <a:solidFill>
                  <a:schemeClr val="bg2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★転職の際に応募をし、面接日やその他連絡等が早く来たほうが</a:t>
            </a:r>
            <a:endParaRPr kumimoji="1" lang="en-US" altLang="ja-JP" sz="2800" dirty="0">
              <a:solidFill>
                <a:schemeClr val="bg2"/>
              </a:solidFill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r>
              <a:rPr kumimoji="1" lang="ja-JP" altLang="en-US" sz="2800" dirty="0">
                <a:solidFill>
                  <a:schemeClr val="bg2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　印象が良かったため。早いと</a:t>
            </a:r>
            <a:r>
              <a:rPr kumimoji="1" lang="ja-JP" altLang="en-US" sz="2800" u="sng" dirty="0">
                <a:solidFill>
                  <a:srgbClr val="FF0000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「採用に対する気持ち」</a:t>
            </a:r>
            <a:r>
              <a:rPr kumimoji="1" lang="ja-JP" altLang="en-US" sz="2800" dirty="0">
                <a:solidFill>
                  <a:schemeClr val="bg2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が高いのかと</a:t>
            </a:r>
            <a:endParaRPr kumimoji="1" lang="en-US" altLang="ja-JP" sz="2800" dirty="0">
              <a:solidFill>
                <a:schemeClr val="bg2"/>
              </a:solidFill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r>
              <a:rPr kumimoji="1" lang="ja-JP" altLang="en-US" sz="2800" dirty="0">
                <a:solidFill>
                  <a:schemeClr val="bg2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　感じたため。</a:t>
            </a:r>
            <a:endParaRPr kumimoji="1" lang="en-US" altLang="ja-JP" sz="2800" dirty="0">
              <a:solidFill>
                <a:schemeClr val="bg2"/>
              </a:solidFill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endParaRPr kumimoji="1" lang="en-US" altLang="ja-JP" sz="2800" dirty="0">
              <a:solidFill>
                <a:schemeClr val="bg2"/>
              </a:solidFill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r>
              <a:rPr kumimoji="1" lang="ja-JP" altLang="en-US" sz="2800" dirty="0">
                <a:solidFill>
                  <a:schemeClr val="bg2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★前職にて、問い合わせのあった際にどれだけ</a:t>
            </a:r>
            <a:r>
              <a:rPr kumimoji="1" lang="ja-JP" altLang="en-US" sz="2800" dirty="0">
                <a:solidFill>
                  <a:srgbClr val="FF0000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第一アクションを</a:t>
            </a:r>
            <a:endParaRPr kumimoji="1" lang="en-US" altLang="ja-JP" sz="2800" dirty="0">
              <a:solidFill>
                <a:srgbClr val="FF0000"/>
              </a:solidFill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r>
              <a:rPr kumimoji="1" lang="ja-JP" altLang="en-US" sz="2800" dirty="0">
                <a:solidFill>
                  <a:srgbClr val="FF0000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　早く</a:t>
            </a:r>
            <a:r>
              <a:rPr kumimoji="1" lang="ja-JP" altLang="en-US" sz="2800" dirty="0">
                <a:solidFill>
                  <a:schemeClr val="bg2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とれるかということをポイントにしてやっていた。</a:t>
            </a:r>
            <a:endParaRPr kumimoji="1" lang="en-US" altLang="ja-JP" sz="2800" dirty="0">
              <a:solidFill>
                <a:schemeClr val="bg2"/>
              </a:solidFill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r>
              <a:rPr kumimoji="1" lang="ja-JP" altLang="en-US" sz="2800" dirty="0">
                <a:solidFill>
                  <a:schemeClr val="bg2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　やはり応募や問い合わせをする時点で検討段階にあるので、</a:t>
            </a:r>
            <a:endParaRPr kumimoji="1" lang="en-US" altLang="ja-JP" sz="2800" dirty="0">
              <a:solidFill>
                <a:schemeClr val="bg2"/>
              </a:solidFill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r>
              <a:rPr kumimoji="1" lang="ja-JP" altLang="en-US" sz="2800" dirty="0">
                <a:solidFill>
                  <a:schemeClr val="bg2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　</a:t>
            </a:r>
            <a:r>
              <a:rPr kumimoji="1" lang="ja-JP" altLang="en-US" sz="2800" dirty="0">
                <a:solidFill>
                  <a:srgbClr val="FF0000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他よりも早く検討してもらう</a:t>
            </a:r>
            <a:r>
              <a:rPr kumimoji="1" lang="ja-JP" altLang="en-US" sz="2800" dirty="0">
                <a:solidFill>
                  <a:schemeClr val="bg2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ことで、次の選択肢を相手に増やさずに</a:t>
            </a:r>
            <a:endParaRPr kumimoji="1" lang="en-US" altLang="ja-JP" sz="2800" dirty="0">
              <a:solidFill>
                <a:schemeClr val="bg2"/>
              </a:solidFill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r>
              <a:rPr kumimoji="1" lang="ja-JP" altLang="en-US" sz="2800" dirty="0">
                <a:solidFill>
                  <a:schemeClr val="bg2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　いい人材を獲得していけると感じたから。</a:t>
            </a:r>
            <a:endParaRPr kumimoji="1" lang="en-US" altLang="ja-JP" sz="2800" dirty="0">
              <a:solidFill>
                <a:schemeClr val="bg2"/>
              </a:solidFill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r>
              <a:rPr kumimoji="1" lang="ja-JP" altLang="en-US" sz="2800" dirty="0">
                <a:solidFill>
                  <a:schemeClr val="bg2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　そしてその方が</a:t>
            </a:r>
            <a:r>
              <a:rPr kumimoji="1" lang="ja-JP" altLang="en-US" sz="2800" dirty="0">
                <a:solidFill>
                  <a:srgbClr val="FF0000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面接の決定率・採用率の向上に繋がる</a:t>
            </a:r>
            <a:r>
              <a:rPr kumimoji="1" lang="ja-JP" altLang="en-US" sz="2800" dirty="0">
                <a:solidFill>
                  <a:schemeClr val="bg2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と考えたため。</a:t>
            </a:r>
            <a:endParaRPr kumimoji="1" lang="en-US" altLang="ja-JP" sz="2800" dirty="0">
              <a:solidFill>
                <a:schemeClr val="bg2"/>
              </a:solidFill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r>
              <a:rPr kumimoji="1" lang="ja-JP" altLang="en-US" sz="2800" dirty="0">
                <a:solidFill>
                  <a:schemeClr val="bg2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　</a:t>
            </a:r>
            <a:endParaRPr kumimoji="1" lang="en-US" altLang="ja-JP" sz="2800" dirty="0">
              <a:solidFill>
                <a:schemeClr val="bg2"/>
              </a:solidFill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522223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 descr="メール パソコンのロイヤリティフリーイラスト素材 58,900点以上 - iStock">
            <a:extLst>
              <a:ext uri="{FF2B5EF4-FFF2-40B4-BE49-F238E27FC236}">
                <a16:creationId xmlns:a16="http://schemas.microsoft.com/office/drawing/2014/main" id="{FE642934-F745-13A7-5AF7-291D17C73C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822810">
            <a:off x="9988028" y="4905444"/>
            <a:ext cx="1929255" cy="1654998"/>
          </a:xfrm>
          <a:prstGeom prst="rect">
            <a:avLst/>
          </a:prstGeom>
        </p:spPr>
      </p:pic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D47CFD6F-0DE6-AE3C-274C-D96488481DDC}"/>
              </a:ext>
            </a:extLst>
          </p:cNvPr>
          <p:cNvGrpSpPr/>
          <p:nvPr/>
        </p:nvGrpSpPr>
        <p:grpSpPr>
          <a:xfrm>
            <a:off x="359596" y="164388"/>
            <a:ext cx="11517330" cy="6482991"/>
            <a:chOff x="359596" y="164388"/>
            <a:chExt cx="11517330" cy="6482991"/>
          </a:xfrm>
        </p:grpSpPr>
        <p:pic>
          <p:nvPicPr>
            <p:cNvPr id="6" name="図 5">
              <a:extLst>
                <a:ext uri="{FF2B5EF4-FFF2-40B4-BE49-F238E27FC236}">
                  <a16:creationId xmlns:a16="http://schemas.microsoft.com/office/drawing/2014/main" id="{BDCC805F-E465-5FA6-5808-7B4564CF1B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9596" y="184934"/>
              <a:ext cx="4508644" cy="6462445"/>
            </a:xfrm>
            <a:prstGeom prst="rect">
              <a:avLst/>
            </a:prstGeom>
          </p:spPr>
        </p:pic>
        <p:sp>
          <p:nvSpPr>
            <p:cNvPr id="4" name="吹き出し: 角を丸めた四角形 3">
              <a:extLst>
                <a:ext uri="{FF2B5EF4-FFF2-40B4-BE49-F238E27FC236}">
                  <a16:creationId xmlns:a16="http://schemas.microsoft.com/office/drawing/2014/main" id="{0C86B683-0AE3-6132-882B-DDD370982EB1}"/>
                </a:ext>
              </a:extLst>
            </p:cNvPr>
            <p:cNvSpPr/>
            <p:nvPr/>
          </p:nvSpPr>
          <p:spPr>
            <a:xfrm>
              <a:off x="5486399" y="164388"/>
              <a:ext cx="6390527" cy="4448710"/>
            </a:xfrm>
            <a:prstGeom prst="wedgeRoundRectCallout">
              <a:avLst>
                <a:gd name="adj1" fmla="val -63811"/>
                <a:gd name="adj2" fmla="val -10957"/>
                <a:gd name="adj3" fmla="val 16667"/>
              </a:avLst>
            </a:prstGeom>
            <a:noFill/>
            <a:ln w="28575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2800" dirty="0">
                  <a:solidFill>
                    <a:schemeClr val="tx1"/>
                  </a:solidFill>
                  <a:latin typeface="HGP創英角ﾎﾟｯﾌﾟ体" panose="040B0A00000000000000" pitchFamily="50" charset="-128"/>
                  <a:ea typeface="HGP創英角ﾎﾟｯﾌﾟ体" panose="040B0A00000000000000" pitchFamily="50" charset="-128"/>
                </a:rPr>
                <a:t>応募者に</a:t>
              </a:r>
              <a:endParaRPr kumimoji="1" lang="en-US" altLang="ja-JP" sz="2800" dirty="0">
                <a:solidFill>
                  <a:schemeClr val="tx1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endParaRPr>
            </a:p>
            <a:p>
              <a:endParaRPr kumimoji="1" lang="en-US" altLang="ja-JP" sz="2800" dirty="0">
                <a:solidFill>
                  <a:schemeClr val="tx1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endParaRPr>
            </a:p>
            <a:p>
              <a:r>
                <a:rPr kumimoji="1" lang="ja-JP" altLang="en-US" sz="2800" dirty="0">
                  <a:solidFill>
                    <a:schemeClr val="tx1"/>
                  </a:solidFill>
                  <a:latin typeface="HGP創英角ﾎﾟｯﾌﾟ体" panose="040B0A00000000000000" pitchFamily="50" charset="-128"/>
                  <a:ea typeface="HGP創英角ﾎﾟｯﾌﾟ体" panose="040B0A00000000000000" pitchFamily="50" charset="-128"/>
                </a:rPr>
                <a:t>①名前　②カナ　③性別</a:t>
              </a:r>
              <a:endParaRPr kumimoji="1" lang="en-US" altLang="ja-JP" sz="2800" dirty="0">
                <a:solidFill>
                  <a:schemeClr val="tx1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endParaRPr>
            </a:p>
            <a:p>
              <a:r>
                <a:rPr kumimoji="1" lang="ja-JP" altLang="en-US" sz="2800" dirty="0">
                  <a:solidFill>
                    <a:schemeClr val="tx1"/>
                  </a:solidFill>
                  <a:latin typeface="HGP創英角ﾎﾟｯﾌﾟ体" panose="040B0A00000000000000" pitchFamily="50" charset="-128"/>
                  <a:ea typeface="HGP創英角ﾎﾟｯﾌﾟ体" panose="040B0A00000000000000" pitchFamily="50" charset="-128"/>
                </a:rPr>
                <a:t>④生年月日　⑤メールアドレス</a:t>
              </a:r>
              <a:endParaRPr kumimoji="1" lang="en-US" altLang="ja-JP" sz="2800" dirty="0">
                <a:solidFill>
                  <a:schemeClr val="tx1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endParaRPr>
            </a:p>
            <a:p>
              <a:r>
                <a:rPr kumimoji="1" lang="ja-JP" altLang="en-US" sz="2800" dirty="0">
                  <a:solidFill>
                    <a:schemeClr val="tx1"/>
                  </a:solidFill>
                  <a:latin typeface="HGP創英角ﾎﾟｯﾌﾟ体" panose="040B0A00000000000000" pitchFamily="50" charset="-128"/>
                  <a:ea typeface="HGP創英角ﾎﾟｯﾌﾟ体" panose="040B0A00000000000000" pitchFamily="50" charset="-128"/>
                </a:rPr>
                <a:t>⑥電話番号　⑦郵便番号</a:t>
              </a:r>
              <a:endParaRPr kumimoji="1" lang="en-US" altLang="ja-JP" sz="2800" dirty="0">
                <a:solidFill>
                  <a:schemeClr val="tx1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endParaRPr>
            </a:p>
            <a:p>
              <a:r>
                <a:rPr kumimoji="1" lang="ja-JP" altLang="en-US" sz="2800" dirty="0">
                  <a:solidFill>
                    <a:schemeClr val="tx1"/>
                  </a:solidFill>
                  <a:latin typeface="HGP創英角ﾎﾟｯﾌﾟ体" panose="040B0A00000000000000" pitchFamily="50" charset="-128"/>
                  <a:ea typeface="HGP創英角ﾎﾟｯﾌﾟ体" panose="040B0A00000000000000" pitchFamily="50" charset="-128"/>
                </a:rPr>
                <a:t>⑧住所　⑨最終学歴　⑩希望勤務地</a:t>
              </a:r>
              <a:endParaRPr kumimoji="1" lang="en-US" altLang="ja-JP" sz="2800" dirty="0">
                <a:solidFill>
                  <a:schemeClr val="tx1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endParaRPr>
            </a:p>
            <a:p>
              <a:endParaRPr kumimoji="1" lang="en-US" altLang="ja-JP" sz="2800" dirty="0">
                <a:solidFill>
                  <a:schemeClr val="tx1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endParaRPr>
            </a:p>
            <a:p>
              <a:pPr algn="r"/>
              <a:r>
                <a:rPr kumimoji="1" lang="ja-JP" altLang="en-US" sz="2800" dirty="0">
                  <a:solidFill>
                    <a:schemeClr val="tx1"/>
                  </a:solidFill>
                  <a:latin typeface="HGP創英角ﾎﾟｯﾌﾟ体" panose="040B0A00000000000000" pitchFamily="50" charset="-128"/>
                  <a:ea typeface="HGP創英角ﾎﾟｯﾌﾟ体" panose="040B0A00000000000000" pitchFamily="50" charset="-128"/>
                </a:rPr>
                <a:t>を入力してもらう！</a:t>
              </a:r>
              <a:endParaRPr kumimoji="1" lang="ja-JP" altLang="en-US" dirty="0"/>
            </a:p>
          </p:txBody>
        </p:sp>
        <p:sp>
          <p:nvSpPr>
            <p:cNvPr id="7" name="矢印: 下 6">
              <a:extLst>
                <a:ext uri="{FF2B5EF4-FFF2-40B4-BE49-F238E27FC236}">
                  <a16:creationId xmlns:a16="http://schemas.microsoft.com/office/drawing/2014/main" id="{92E266E8-2BB1-0B6E-32EB-84EC18BBDFEE}"/>
                </a:ext>
              </a:extLst>
            </p:cNvPr>
            <p:cNvSpPr/>
            <p:nvPr/>
          </p:nvSpPr>
          <p:spPr>
            <a:xfrm>
              <a:off x="8003569" y="4479533"/>
              <a:ext cx="1284270" cy="832207"/>
            </a:xfrm>
            <a:prstGeom prst="downArrow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727CFADC-76E5-2933-FDC8-805DA90652B1}"/>
                </a:ext>
              </a:extLst>
            </p:cNvPr>
            <p:cNvSpPr/>
            <p:nvPr/>
          </p:nvSpPr>
          <p:spPr>
            <a:xfrm>
              <a:off x="4722687" y="5311741"/>
              <a:ext cx="6667928" cy="126372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28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HGP創英角ﾎﾟｯﾌﾟ体" panose="040B0A00000000000000" pitchFamily="50" charset="-128"/>
                  <a:ea typeface="HGP創英角ﾎﾟｯﾌﾟ体" panose="040B0A00000000000000" pitchFamily="50" charset="-128"/>
                </a:rPr>
                <a:t>　採用担当の元へデータが送られる</a:t>
              </a:r>
            </a:p>
          </p:txBody>
        </p:sp>
      </p:grp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27F26AC-072A-BE78-C9D6-F906B7699E0B}"/>
              </a:ext>
            </a:extLst>
          </p:cNvPr>
          <p:cNvSpPr/>
          <p:nvPr/>
        </p:nvSpPr>
        <p:spPr>
          <a:xfrm>
            <a:off x="1931542" y="1489753"/>
            <a:ext cx="678094" cy="1232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7E63CB98-3A08-A3C4-5F7A-F0D44C86CC5F}"/>
              </a:ext>
            </a:extLst>
          </p:cNvPr>
          <p:cNvSpPr/>
          <p:nvPr/>
        </p:nvSpPr>
        <p:spPr>
          <a:xfrm>
            <a:off x="1909280" y="1837362"/>
            <a:ext cx="936661" cy="1763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E813BF7D-A4A5-A5B3-3B1B-D7A9E867F1BE}"/>
              </a:ext>
            </a:extLst>
          </p:cNvPr>
          <p:cNvSpPr/>
          <p:nvPr/>
        </p:nvSpPr>
        <p:spPr>
          <a:xfrm>
            <a:off x="1921268" y="2609635"/>
            <a:ext cx="636998" cy="1438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1B2A3DD3-AB6F-8EAC-81DD-989522C74BDD}"/>
              </a:ext>
            </a:extLst>
          </p:cNvPr>
          <p:cNvSpPr/>
          <p:nvPr/>
        </p:nvSpPr>
        <p:spPr>
          <a:xfrm>
            <a:off x="1962364" y="2969232"/>
            <a:ext cx="1160979" cy="1232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BF945724-EF40-641E-30E4-27347266F69C}"/>
              </a:ext>
            </a:extLst>
          </p:cNvPr>
          <p:cNvSpPr/>
          <p:nvPr/>
        </p:nvSpPr>
        <p:spPr>
          <a:xfrm>
            <a:off x="1941815" y="3369923"/>
            <a:ext cx="842482" cy="1746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A0222C3D-2B44-B448-70F4-23F44256C591}"/>
              </a:ext>
            </a:extLst>
          </p:cNvPr>
          <p:cNvSpPr/>
          <p:nvPr/>
        </p:nvSpPr>
        <p:spPr>
          <a:xfrm>
            <a:off x="1962364" y="3801437"/>
            <a:ext cx="636998" cy="1438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F8C6DA3F-E32E-E4DD-54F5-376F097E7872}"/>
              </a:ext>
            </a:extLst>
          </p:cNvPr>
          <p:cNvSpPr/>
          <p:nvPr/>
        </p:nvSpPr>
        <p:spPr>
          <a:xfrm>
            <a:off x="1972637" y="4212404"/>
            <a:ext cx="1356189" cy="205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C9FEDBB6-3AA7-BA51-EFBF-5F0F34DA9800}"/>
              </a:ext>
            </a:extLst>
          </p:cNvPr>
          <p:cNvSpPr/>
          <p:nvPr/>
        </p:nvSpPr>
        <p:spPr>
          <a:xfrm>
            <a:off x="1941815" y="4869951"/>
            <a:ext cx="760287" cy="1232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CD372F1E-D132-567F-3B5F-6C7D637EE49D}"/>
              </a:ext>
            </a:extLst>
          </p:cNvPr>
          <p:cNvSpPr/>
          <p:nvPr/>
        </p:nvSpPr>
        <p:spPr>
          <a:xfrm>
            <a:off x="1888731" y="5268931"/>
            <a:ext cx="760287" cy="1232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90302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DEB8D-76BB-DF74-221E-6471A6751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2FBFE30-8112-A0F0-389E-97E0B163B267}"/>
              </a:ext>
            </a:extLst>
          </p:cNvPr>
          <p:cNvSpPr/>
          <p:nvPr/>
        </p:nvSpPr>
        <p:spPr>
          <a:xfrm>
            <a:off x="308225" y="184935"/>
            <a:ext cx="5661060" cy="9965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2400" dirty="0">
                <a:solidFill>
                  <a:schemeClr val="accent1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採用担当側では、、、</a:t>
            </a:r>
            <a:endParaRPr kumimoji="1" lang="en-US" altLang="ja-JP" sz="2400" dirty="0">
              <a:solidFill>
                <a:schemeClr val="accent1"/>
              </a:solidFill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r>
              <a:rPr kumimoji="1" lang="ja-JP" altLang="en-US" sz="2400" dirty="0">
                <a:solidFill>
                  <a:schemeClr val="accent1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条件に合わせて検索→一覧表示が可能！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45C2E911-D376-8898-41DE-D337D843D3E7}"/>
              </a:ext>
            </a:extLst>
          </p:cNvPr>
          <p:cNvSpPr/>
          <p:nvPr/>
        </p:nvSpPr>
        <p:spPr>
          <a:xfrm>
            <a:off x="8887146" y="2938409"/>
            <a:ext cx="1202076" cy="4212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ED83D28F-8AA1-C3E4-B872-E96B32BC92E3}"/>
              </a:ext>
            </a:extLst>
          </p:cNvPr>
          <p:cNvSpPr/>
          <p:nvPr/>
        </p:nvSpPr>
        <p:spPr>
          <a:xfrm>
            <a:off x="883578" y="2178121"/>
            <a:ext cx="3914453" cy="2568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EE6529BC-8898-8442-E5D2-2BA77DCFE676}"/>
              </a:ext>
            </a:extLst>
          </p:cNvPr>
          <p:cNvGrpSpPr/>
          <p:nvPr/>
        </p:nvGrpSpPr>
        <p:grpSpPr>
          <a:xfrm>
            <a:off x="604298" y="1408273"/>
            <a:ext cx="10579028" cy="5043897"/>
            <a:chOff x="604298" y="1408273"/>
            <a:chExt cx="10579028" cy="5043897"/>
          </a:xfrm>
        </p:grpSpPr>
        <p:pic>
          <p:nvPicPr>
            <p:cNvPr id="18" name="図 17">
              <a:extLst>
                <a:ext uri="{FF2B5EF4-FFF2-40B4-BE49-F238E27FC236}">
                  <a16:creationId xmlns:a16="http://schemas.microsoft.com/office/drawing/2014/main" id="{4D9C045F-62C1-D9D4-F454-CE31A01A92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8643" y="3969753"/>
              <a:ext cx="10484683" cy="2482417"/>
            </a:xfrm>
            <a:prstGeom prst="rect">
              <a:avLst/>
            </a:prstGeom>
          </p:spPr>
        </p:pic>
        <p:grpSp>
          <p:nvGrpSpPr>
            <p:cNvPr id="26" name="グループ化 25">
              <a:extLst>
                <a:ext uri="{FF2B5EF4-FFF2-40B4-BE49-F238E27FC236}">
                  <a16:creationId xmlns:a16="http://schemas.microsoft.com/office/drawing/2014/main" id="{35A4EDD3-CF33-0BC4-5B28-51B9DC1188BE}"/>
                </a:ext>
              </a:extLst>
            </p:cNvPr>
            <p:cNvGrpSpPr/>
            <p:nvPr/>
          </p:nvGrpSpPr>
          <p:grpSpPr>
            <a:xfrm>
              <a:off x="604298" y="1408273"/>
              <a:ext cx="10502066" cy="2281698"/>
              <a:chOff x="676217" y="1213064"/>
              <a:chExt cx="10502066" cy="2281698"/>
            </a:xfrm>
          </p:grpSpPr>
          <p:pic>
            <p:nvPicPr>
              <p:cNvPr id="20" name="図 19">
                <a:extLst>
                  <a:ext uri="{FF2B5EF4-FFF2-40B4-BE49-F238E27FC236}">
                    <a16:creationId xmlns:a16="http://schemas.microsoft.com/office/drawing/2014/main" id="{59152DC1-C53B-5AC5-6A43-443A1280D0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76217" y="1213064"/>
                <a:ext cx="10502066" cy="2281698"/>
              </a:xfrm>
              <a:prstGeom prst="rect">
                <a:avLst/>
              </a:prstGeom>
            </p:spPr>
          </p:pic>
          <p:pic>
            <p:nvPicPr>
              <p:cNvPr id="24" name="図 23">
                <a:extLst>
                  <a:ext uri="{FF2B5EF4-FFF2-40B4-BE49-F238E27FC236}">
                    <a16:creationId xmlns:a16="http://schemas.microsoft.com/office/drawing/2014/main" id="{C6DCBB15-27C3-9D83-ACAA-F9B9A0593D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63030" y="2092815"/>
                <a:ext cx="3852809" cy="436550"/>
              </a:xfrm>
              <a:prstGeom prst="rect">
                <a:avLst/>
              </a:prstGeom>
            </p:spPr>
          </p:pic>
          <p:sp>
            <p:nvSpPr>
              <p:cNvPr id="25" name="正方形/長方形 24">
                <a:extLst>
                  <a:ext uri="{FF2B5EF4-FFF2-40B4-BE49-F238E27FC236}">
                    <a16:creationId xmlns:a16="http://schemas.microsoft.com/office/drawing/2014/main" id="{D72FD3C7-F3DA-FC74-C50E-506AB5C829B9}"/>
                  </a:ext>
                </a:extLst>
              </p:cNvPr>
              <p:cNvSpPr/>
              <p:nvPr/>
            </p:nvSpPr>
            <p:spPr>
              <a:xfrm>
                <a:off x="873303" y="2547991"/>
                <a:ext cx="3904180" cy="30822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28" name="矢印: 下 27">
              <a:extLst>
                <a:ext uri="{FF2B5EF4-FFF2-40B4-BE49-F238E27FC236}">
                  <a16:creationId xmlns:a16="http://schemas.microsoft.com/office/drawing/2014/main" id="{28255B2D-61CC-B17A-278D-2E2AE788922C}"/>
                </a:ext>
              </a:extLst>
            </p:cNvPr>
            <p:cNvSpPr/>
            <p:nvPr/>
          </p:nvSpPr>
          <p:spPr>
            <a:xfrm>
              <a:off x="5424755" y="3318553"/>
              <a:ext cx="1150706" cy="801384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58D40B80-BEE2-ED9D-05B3-7CA097FFC8D1}"/>
              </a:ext>
            </a:extLst>
          </p:cNvPr>
          <p:cNvSpPr/>
          <p:nvPr/>
        </p:nvSpPr>
        <p:spPr>
          <a:xfrm>
            <a:off x="1777428" y="1674689"/>
            <a:ext cx="760287" cy="1232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FB793D9B-005C-83F1-9EFC-6DCFD5B2735F}"/>
              </a:ext>
            </a:extLst>
          </p:cNvPr>
          <p:cNvSpPr/>
          <p:nvPr/>
        </p:nvSpPr>
        <p:spPr>
          <a:xfrm>
            <a:off x="1941815" y="4869951"/>
            <a:ext cx="760287" cy="1232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1AEFF016-E709-BA0C-B326-8FB3B8E034EA}"/>
              </a:ext>
            </a:extLst>
          </p:cNvPr>
          <p:cNvSpPr/>
          <p:nvPr/>
        </p:nvSpPr>
        <p:spPr>
          <a:xfrm>
            <a:off x="1796264" y="2032572"/>
            <a:ext cx="760287" cy="1232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3CDC1ADE-BD45-A343-EB40-3840FCD8126B}"/>
              </a:ext>
            </a:extLst>
          </p:cNvPr>
          <p:cNvSpPr/>
          <p:nvPr/>
        </p:nvSpPr>
        <p:spPr>
          <a:xfrm>
            <a:off x="1755168" y="2464086"/>
            <a:ext cx="760287" cy="1232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8864F213-D6C3-B990-723A-B5228CFF9B9E}"/>
              </a:ext>
            </a:extLst>
          </p:cNvPr>
          <p:cNvSpPr/>
          <p:nvPr/>
        </p:nvSpPr>
        <p:spPr>
          <a:xfrm>
            <a:off x="5998394" y="1662702"/>
            <a:ext cx="1018855" cy="114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5FC6005D-73A7-AE05-94AC-1D051E37439F}"/>
              </a:ext>
            </a:extLst>
          </p:cNvPr>
          <p:cNvSpPr/>
          <p:nvPr/>
        </p:nvSpPr>
        <p:spPr>
          <a:xfrm>
            <a:off x="6008669" y="2053119"/>
            <a:ext cx="1666127" cy="125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41A150BA-6876-BE29-0450-D0554D183CEB}"/>
              </a:ext>
            </a:extLst>
          </p:cNvPr>
          <p:cNvSpPr/>
          <p:nvPr/>
        </p:nvSpPr>
        <p:spPr>
          <a:xfrm>
            <a:off x="5988121" y="2412716"/>
            <a:ext cx="760287" cy="1232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4F460C0F-12AC-58B7-4C56-92F89E11BAE0}"/>
              </a:ext>
            </a:extLst>
          </p:cNvPr>
          <p:cNvSpPr/>
          <p:nvPr/>
        </p:nvSpPr>
        <p:spPr>
          <a:xfrm>
            <a:off x="8114871" y="2402441"/>
            <a:ext cx="760287" cy="1232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29346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EBD4F-744D-F20A-B671-D96691FC7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C6730BD-0009-21C6-01C3-B8C4A6117079}"/>
              </a:ext>
            </a:extLst>
          </p:cNvPr>
          <p:cNvSpPr/>
          <p:nvPr/>
        </p:nvSpPr>
        <p:spPr>
          <a:xfrm>
            <a:off x="5250094" y="1736333"/>
            <a:ext cx="7900827" cy="13767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ja-JP" altLang="en-US" sz="3200" dirty="0">
              <a:solidFill>
                <a:schemeClr val="accent1"/>
              </a:solidFill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</p:txBody>
      </p: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2201ABE2-0DE0-0DA8-59B4-F8626DD5814A}"/>
              </a:ext>
            </a:extLst>
          </p:cNvPr>
          <p:cNvGrpSpPr/>
          <p:nvPr/>
        </p:nvGrpSpPr>
        <p:grpSpPr>
          <a:xfrm>
            <a:off x="427513" y="400275"/>
            <a:ext cx="11634348" cy="6291908"/>
            <a:chOff x="427513" y="400275"/>
            <a:chExt cx="11634348" cy="6291908"/>
          </a:xfrm>
        </p:grpSpPr>
        <p:pic>
          <p:nvPicPr>
            <p:cNvPr id="17" name="図 16">
              <a:extLst>
                <a:ext uri="{FF2B5EF4-FFF2-40B4-BE49-F238E27FC236}">
                  <a16:creationId xmlns:a16="http://schemas.microsoft.com/office/drawing/2014/main" id="{39AEC700-1252-E878-7221-4DC6E3AB5D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7513" y="400275"/>
              <a:ext cx="5141080" cy="6291908"/>
            </a:xfrm>
            <a:prstGeom prst="rect">
              <a:avLst/>
            </a:prstGeom>
          </p:spPr>
        </p:pic>
        <p:sp>
          <p:nvSpPr>
            <p:cNvPr id="9" name="吹き出し: 角を丸めた四角形 8">
              <a:extLst>
                <a:ext uri="{FF2B5EF4-FFF2-40B4-BE49-F238E27FC236}">
                  <a16:creationId xmlns:a16="http://schemas.microsoft.com/office/drawing/2014/main" id="{F3E54927-7D64-5D91-627C-ACCA33205F1A}"/>
                </a:ext>
              </a:extLst>
            </p:cNvPr>
            <p:cNvSpPr/>
            <p:nvPr/>
          </p:nvSpPr>
          <p:spPr>
            <a:xfrm>
              <a:off x="6051479" y="431516"/>
              <a:ext cx="6010382" cy="3359648"/>
            </a:xfrm>
            <a:prstGeom prst="wedgeRoundRectCallout">
              <a:avLst>
                <a:gd name="adj1" fmla="val -62785"/>
                <a:gd name="adj2" fmla="val -21966"/>
                <a:gd name="adj3" fmla="val 16667"/>
              </a:avLst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3200" dirty="0">
                  <a:solidFill>
                    <a:schemeClr val="tx1"/>
                  </a:solidFill>
                  <a:latin typeface="HGP創英角ﾎﾟｯﾌﾟ体" panose="040B0A00000000000000" pitchFamily="50" charset="-128"/>
                  <a:ea typeface="HGP創英角ﾎﾟｯﾌﾟ体" panose="040B0A00000000000000" pitchFamily="50" charset="-128"/>
                </a:rPr>
                <a:t>面接状況を</a:t>
              </a:r>
              <a:endParaRPr kumimoji="1" lang="en-US" altLang="ja-JP" sz="3200" dirty="0">
                <a:solidFill>
                  <a:schemeClr val="tx1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endParaRPr>
            </a:p>
            <a:p>
              <a:r>
                <a:rPr kumimoji="1" lang="ja-JP" altLang="en-US" sz="3200" dirty="0">
                  <a:solidFill>
                    <a:schemeClr val="tx1"/>
                  </a:solidFill>
                  <a:latin typeface="HGP創英角ﾎﾟｯﾌﾟ体" panose="040B0A00000000000000" pitchFamily="50" charset="-128"/>
                  <a:ea typeface="HGP創英角ﾎﾟｯﾌﾟ体" panose="040B0A00000000000000" pitchFamily="50" charset="-128"/>
                </a:rPr>
                <a:t>カレンダーへ反映することで</a:t>
              </a:r>
              <a:endParaRPr kumimoji="1" lang="en-US" altLang="ja-JP" sz="3200" dirty="0">
                <a:solidFill>
                  <a:schemeClr val="tx1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endParaRPr>
            </a:p>
            <a:p>
              <a:r>
                <a:rPr kumimoji="1" lang="ja-JP" altLang="en-US" sz="3200" dirty="0">
                  <a:solidFill>
                    <a:schemeClr val="tx1"/>
                  </a:solidFill>
                  <a:latin typeface="HGP創英角ﾎﾟｯﾌﾟ体" panose="040B0A00000000000000" pitchFamily="50" charset="-128"/>
                  <a:ea typeface="HGP創英角ﾎﾟｯﾌﾟ体" panose="040B0A00000000000000" pitchFamily="50" charset="-128"/>
                </a:rPr>
                <a:t>予定が見やすく、</a:t>
              </a:r>
              <a:endParaRPr kumimoji="1" lang="en-US" altLang="ja-JP" sz="3200" dirty="0">
                <a:solidFill>
                  <a:schemeClr val="tx1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endParaRPr>
            </a:p>
            <a:p>
              <a:r>
                <a:rPr kumimoji="1" lang="ja-JP" altLang="en-US" sz="3200" dirty="0">
                  <a:solidFill>
                    <a:schemeClr val="tx1"/>
                  </a:solidFill>
                  <a:latin typeface="HGP創英角ﾎﾟｯﾌﾟ体" panose="040B0A00000000000000" pitchFamily="50" charset="-128"/>
                  <a:ea typeface="HGP創英角ﾎﾟｯﾌﾟ体" panose="040B0A00000000000000" pitchFamily="50" charset="-128"/>
                </a:rPr>
                <a:t>面接設定自体もしやすくなる！</a:t>
              </a:r>
            </a:p>
            <a:p>
              <a:endParaRPr kumimoji="1" lang="ja-JP" altLang="en-US" dirty="0"/>
            </a:p>
          </p:txBody>
        </p:sp>
      </p:grpSp>
      <p:pic>
        <p:nvPicPr>
          <p:cNvPr id="18" name="図 17" descr="面接マナーをわかりやすく解説！入室前から退室後までの注意点をイラストでご紹介 | なるほど！ジョブメドレー">
            <a:extLst>
              <a:ext uri="{FF2B5EF4-FFF2-40B4-BE49-F238E27FC236}">
                <a16:creationId xmlns:a16="http://schemas.microsoft.com/office/drawing/2014/main" id="{B0512C40-E762-C398-4282-9571451DCE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9291" y="3870788"/>
            <a:ext cx="4516848" cy="2756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1772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6B0735-6595-FEF9-D7AA-4269816DA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12FBD21-3317-656E-B975-605B2D013B11}"/>
              </a:ext>
            </a:extLst>
          </p:cNvPr>
          <p:cNvSpPr/>
          <p:nvPr/>
        </p:nvSpPr>
        <p:spPr>
          <a:xfrm>
            <a:off x="0" y="328773"/>
            <a:ext cx="5414481" cy="6164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5400" dirty="0">
                <a:solidFill>
                  <a:srgbClr val="0070C0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【</a:t>
            </a:r>
            <a:r>
              <a:rPr kumimoji="1" lang="ja-JP" altLang="en-US" sz="5400" dirty="0">
                <a:solidFill>
                  <a:srgbClr val="0070C0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機能一覧</a:t>
            </a:r>
            <a:r>
              <a:rPr kumimoji="1" lang="en-US" altLang="ja-JP" sz="5400" dirty="0">
                <a:solidFill>
                  <a:srgbClr val="0070C0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】</a:t>
            </a:r>
            <a:endParaRPr kumimoji="1" lang="ja-JP" altLang="en-US" sz="5400" dirty="0">
              <a:solidFill>
                <a:srgbClr val="0070C0"/>
              </a:solidFill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ED540B69-5C74-B38C-BCA7-24AEA0539F68}"/>
              </a:ext>
            </a:extLst>
          </p:cNvPr>
          <p:cNvSpPr/>
          <p:nvPr/>
        </p:nvSpPr>
        <p:spPr>
          <a:xfrm>
            <a:off x="339048" y="698644"/>
            <a:ext cx="11630346" cy="61593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2800" dirty="0">
              <a:solidFill>
                <a:schemeClr val="bg2"/>
              </a:solidFill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r>
              <a:rPr kumimoji="1" lang="ja-JP" altLang="en-US" sz="2800" dirty="0">
                <a:solidFill>
                  <a:schemeClr val="tx1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・</a:t>
            </a:r>
            <a:r>
              <a:rPr kumimoji="1" lang="ja-JP" altLang="en-US" sz="2800" dirty="0">
                <a:solidFill>
                  <a:srgbClr val="FF0000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応募情報の登録</a:t>
            </a:r>
            <a:r>
              <a:rPr kumimoji="1" lang="ja-JP" altLang="en-US" sz="2400" dirty="0">
                <a:solidFill>
                  <a:schemeClr val="tx1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（氏名・カナ・性別・生年月日・メールアドレス・電話番号・郵便番号・</a:t>
            </a:r>
            <a:endParaRPr kumimoji="1" lang="en-US" altLang="ja-JP" sz="2400" dirty="0">
              <a:solidFill>
                <a:schemeClr val="tx1"/>
              </a:solidFill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r>
              <a:rPr kumimoji="1" lang="ja-JP" altLang="en-US" sz="2400" dirty="0">
                <a:solidFill>
                  <a:schemeClr val="tx1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　　　　　　　　　　　　　　　　　　　　　　　　　　　　　　　　　　　　　住所・最終学歴・希望勤務地）</a:t>
            </a:r>
            <a:endParaRPr kumimoji="1" lang="en-US" altLang="ja-JP" sz="2400" dirty="0">
              <a:solidFill>
                <a:schemeClr val="tx1"/>
              </a:solidFill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r>
              <a:rPr kumimoji="1" lang="ja-JP" altLang="en-US" sz="2800" dirty="0">
                <a:solidFill>
                  <a:schemeClr val="tx1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→これらのデータベースへの登録</a:t>
            </a:r>
            <a:endParaRPr kumimoji="1" lang="en-US" altLang="ja-JP" sz="2800" dirty="0">
              <a:solidFill>
                <a:schemeClr val="tx1"/>
              </a:solidFill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endParaRPr kumimoji="1" lang="en-US" altLang="ja-JP" sz="2800" dirty="0">
              <a:solidFill>
                <a:schemeClr val="tx1"/>
              </a:solidFill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r>
              <a:rPr kumimoji="1" lang="ja-JP" altLang="en-US" sz="2800" dirty="0">
                <a:solidFill>
                  <a:schemeClr val="tx1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・</a:t>
            </a:r>
            <a:r>
              <a:rPr kumimoji="1" lang="ja-JP" altLang="en-US" sz="2800" dirty="0">
                <a:solidFill>
                  <a:srgbClr val="FF0000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応募者情報を検索</a:t>
            </a:r>
            <a:r>
              <a:rPr kumimoji="1" lang="ja-JP" altLang="en-US" sz="2400" dirty="0">
                <a:solidFill>
                  <a:schemeClr val="tx1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（氏名・カナ・性別・メールアドレス・面接予定日・選考状況・</a:t>
            </a:r>
            <a:endParaRPr kumimoji="1" lang="en-US" altLang="ja-JP" sz="2400" dirty="0">
              <a:solidFill>
                <a:schemeClr val="tx1"/>
              </a:solidFill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r>
              <a:rPr kumimoji="1" lang="ja-JP" altLang="en-US" sz="2400" dirty="0">
                <a:solidFill>
                  <a:schemeClr val="tx1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　　　　　　　　　　　　　　　　　　　　　　　　　　　　　　　　　　　　　　　　　　　　　　 担当者・合否）</a:t>
            </a:r>
            <a:endParaRPr kumimoji="1" lang="en-US" altLang="ja-JP" sz="2800" dirty="0">
              <a:solidFill>
                <a:schemeClr val="tx1"/>
              </a:solidFill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endParaRPr kumimoji="1" lang="en-US" altLang="ja-JP" sz="2800" dirty="0">
              <a:solidFill>
                <a:schemeClr val="bg2"/>
              </a:solidFill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r>
              <a:rPr kumimoji="1" lang="ja-JP" altLang="en-US" sz="2800" dirty="0">
                <a:solidFill>
                  <a:schemeClr val="tx1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・</a:t>
            </a:r>
            <a:r>
              <a:rPr kumimoji="1" lang="ja-JP" altLang="en-US" sz="2800" dirty="0">
                <a:solidFill>
                  <a:srgbClr val="FF0000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応募者情報を一覧表示</a:t>
            </a:r>
            <a:r>
              <a:rPr kumimoji="1" lang="ja-JP" altLang="en-US" sz="2400" dirty="0">
                <a:solidFill>
                  <a:schemeClr val="tx1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（応募者</a:t>
            </a:r>
            <a:r>
              <a:rPr kumimoji="1" lang="en-US" altLang="ja-JP" sz="2400" dirty="0">
                <a:solidFill>
                  <a:schemeClr val="tx1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ID</a:t>
            </a:r>
            <a:r>
              <a:rPr kumimoji="1" lang="ja-JP" altLang="en-US" sz="2400" dirty="0">
                <a:solidFill>
                  <a:schemeClr val="tx1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・氏名・カナ・性別・メールアドレス・電話番号・</a:t>
            </a:r>
            <a:endParaRPr kumimoji="1" lang="en-US" altLang="ja-JP" sz="2400" dirty="0">
              <a:solidFill>
                <a:schemeClr val="tx1"/>
              </a:solidFill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r>
              <a:rPr kumimoji="1" lang="ja-JP" altLang="en-US" sz="2400" dirty="0">
                <a:solidFill>
                  <a:schemeClr val="tx1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　　　　　　　　　　　　　　　　応募日・面接予定日・選考状況・更新日時・担当者・更新ボタン）</a:t>
            </a:r>
            <a:endParaRPr kumimoji="1" lang="en-US" altLang="ja-JP" sz="2400" dirty="0">
              <a:solidFill>
                <a:schemeClr val="tx1"/>
              </a:solidFill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r>
              <a:rPr kumimoji="1" lang="ja-JP" altLang="en-US" sz="2800" dirty="0">
                <a:solidFill>
                  <a:schemeClr val="tx1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→更新ボタンより変更・登録が可能</a:t>
            </a:r>
            <a:endParaRPr kumimoji="1" lang="en-US" altLang="ja-JP" sz="2800" dirty="0">
              <a:solidFill>
                <a:schemeClr val="tx1"/>
              </a:solidFill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endParaRPr kumimoji="1" lang="en-US" altLang="ja-JP" sz="2800" dirty="0">
              <a:solidFill>
                <a:schemeClr val="tx1"/>
              </a:solidFill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r>
              <a:rPr kumimoji="1" lang="ja-JP" altLang="en-US" sz="2800" dirty="0">
                <a:solidFill>
                  <a:schemeClr val="tx1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・</a:t>
            </a:r>
            <a:r>
              <a:rPr kumimoji="1" lang="ja-JP" altLang="en-US" sz="2800" dirty="0">
                <a:solidFill>
                  <a:srgbClr val="FF0000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採用スケジュールカレンダーへ自動反映</a:t>
            </a:r>
            <a:endParaRPr kumimoji="1" lang="en-US" altLang="ja-JP" sz="2800" dirty="0">
              <a:solidFill>
                <a:srgbClr val="FF0000"/>
              </a:solidFill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412624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DA55D0-2D78-C3EF-A3DB-EBAE59ED9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3E5B3F9-11BD-45E2-F3A2-6C08DED9711A}"/>
              </a:ext>
            </a:extLst>
          </p:cNvPr>
          <p:cNvSpPr/>
          <p:nvPr/>
        </p:nvSpPr>
        <p:spPr>
          <a:xfrm>
            <a:off x="71919" y="174660"/>
            <a:ext cx="6739847" cy="17568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5400" dirty="0">
                <a:solidFill>
                  <a:srgbClr val="0070C0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採用管理システム</a:t>
            </a:r>
            <a:r>
              <a:rPr kumimoji="1" lang="ja-JP" altLang="en-US" sz="3200" dirty="0">
                <a:solidFill>
                  <a:srgbClr val="0070C0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とは</a:t>
            </a:r>
            <a:endParaRPr kumimoji="1" lang="ja-JP" altLang="en-US" sz="5400" dirty="0">
              <a:solidFill>
                <a:srgbClr val="0070C0"/>
              </a:solidFill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5248A6C7-5C42-97A8-0B77-9B05A9106F9D}"/>
              </a:ext>
            </a:extLst>
          </p:cNvPr>
          <p:cNvSpPr/>
          <p:nvPr/>
        </p:nvSpPr>
        <p:spPr>
          <a:xfrm>
            <a:off x="760288" y="1417833"/>
            <a:ext cx="10417995" cy="48391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2800" dirty="0">
              <a:solidFill>
                <a:schemeClr val="bg2"/>
              </a:solidFill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r>
              <a:rPr kumimoji="1" lang="ja-JP" altLang="en-US" sz="2800" dirty="0">
                <a:solidFill>
                  <a:schemeClr val="bg2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★応募者情報を一括管理できる</a:t>
            </a:r>
            <a:endParaRPr kumimoji="1" lang="en-US" altLang="ja-JP" sz="2800" dirty="0">
              <a:solidFill>
                <a:schemeClr val="bg2"/>
              </a:solidFill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endParaRPr kumimoji="1" lang="en-US" altLang="ja-JP" sz="2800" dirty="0">
              <a:solidFill>
                <a:schemeClr val="bg2"/>
              </a:solidFill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r>
              <a:rPr kumimoji="1" lang="ja-JP" altLang="en-US" sz="2800" dirty="0">
                <a:solidFill>
                  <a:schemeClr val="bg2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★面接設定状況・応募状況が一覧でわかる</a:t>
            </a:r>
            <a:endParaRPr kumimoji="1" lang="en-US" altLang="ja-JP" sz="2800" dirty="0">
              <a:solidFill>
                <a:schemeClr val="bg2"/>
              </a:solidFill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endParaRPr kumimoji="1" lang="en-US" altLang="ja-JP" sz="2800" dirty="0">
              <a:solidFill>
                <a:schemeClr val="bg2"/>
              </a:solidFill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r>
              <a:rPr kumimoji="1" lang="ja-JP" altLang="en-US" sz="2800" dirty="0">
                <a:solidFill>
                  <a:schemeClr val="accent1">
                    <a:lumMod val="60000"/>
                    <a:lumOff val="40000"/>
                  </a:schemeClr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⇒採用数の増加に向けたアクションの見える化を実現し、</a:t>
            </a:r>
            <a:endParaRPr kumimoji="1" lang="en-US" altLang="ja-JP" sz="2800" dirty="0">
              <a:solidFill>
                <a:schemeClr val="accent1">
                  <a:lumMod val="60000"/>
                  <a:lumOff val="40000"/>
                </a:schemeClr>
              </a:solidFill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r>
              <a:rPr kumimoji="1" lang="ja-JP" altLang="en-US" sz="2800" dirty="0">
                <a:solidFill>
                  <a:schemeClr val="accent1">
                    <a:lumMod val="60000"/>
                    <a:lumOff val="40000"/>
                  </a:schemeClr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　情報共有時間の効率化・面接日程設定までの時間短縮による</a:t>
            </a:r>
            <a:endParaRPr kumimoji="1" lang="en-US" altLang="ja-JP" sz="2800" dirty="0">
              <a:solidFill>
                <a:schemeClr val="accent1">
                  <a:lumMod val="60000"/>
                  <a:lumOff val="40000"/>
                </a:schemeClr>
              </a:solidFill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r>
              <a:rPr kumimoji="1" lang="ja-JP" altLang="en-US" sz="2800" dirty="0">
                <a:solidFill>
                  <a:schemeClr val="accent1">
                    <a:lumMod val="60000"/>
                    <a:lumOff val="40000"/>
                  </a:schemeClr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　面接設定件数の増加・採用数の増加を図る。</a:t>
            </a:r>
            <a:endParaRPr kumimoji="1" lang="en-US" altLang="ja-JP" sz="2800" dirty="0">
              <a:solidFill>
                <a:schemeClr val="accent1">
                  <a:lumMod val="60000"/>
                  <a:lumOff val="40000"/>
                </a:schemeClr>
              </a:solidFill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pPr algn="ctr"/>
            <a:endParaRPr kumimoji="1" lang="ja-JP" altLang="en-US" dirty="0">
              <a:solidFill>
                <a:schemeClr val="bg2"/>
              </a:solidFill>
            </a:endParaRPr>
          </a:p>
        </p:txBody>
      </p:sp>
      <p:pic>
        <p:nvPicPr>
          <p:cNvPr id="5" name="図 4" descr="採用のゴム印 イラスト素材 [1065676] - フォトライブラリー">
            <a:extLst>
              <a:ext uri="{FF2B5EF4-FFF2-40B4-BE49-F238E27FC236}">
                <a16:creationId xmlns:a16="http://schemas.microsoft.com/office/drawing/2014/main" id="{14F822B3-1CD7-90FF-C7B7-E84CBC47C4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15468">
            <a:off x="7910696" y="275123"/>
            <a:ext cx="3905951" cy="2962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165339"/>
      </p:ext>
    </p:extLst>
  </p:cSld>
  <p:clrMapOvr>
    <a:masterClrMapping/>
  </p:clrMapOvr>
</p:sld>
</file>

<file path=ppt/theme/theme1.xml><?xml version="1.0" encoding="utf-8"?>
<a:theme xmlns:a="http://schemas.openxmlformats.org/drawingml/2006/main" name="エディトリアル">
  <a:themeElements>
    <a:clrScheme name="エディトリアル">
      <a:dk1>
        <a:sysClr val="windowText" lastClr="000000"/>
      </a:dk1>
      <a:lt1>
        <a:sysClr val="window" lastClr="FFFFFF"/>
      </a:lt1>
      <a:dk2>
        <a:srgbClr val="171717"/>
      </a:dk2>
      <a:lt2>
        <a:srgbClr val="F7F6F3"/>
      </a:lt2>
      <a:accent1>
        <a:srgbClr val="C8350F"/>
      </a:accent1>
      <a:accent2>
        <a:srgbClr val="B6A992"/>
      </a:accent2>
      <a:accent3>
        <a:srgbClr val="D59A6D"/>
      </a:accent3>
      <a:accent4>
        <a:srgbClr val="C7793D"/>
      </a:accent4>
      <a:accent5>
        <a:srgbClr val="DB8464"/>
      </a:accent5>
      <a:accent6>
        <a:srgbClr val="3F7699"/>
      </a:accent6>
      <a:hlink>
        <a:srgbClr val="C8350F"/>
      </a:hlink>
      <a:folHlink>
        <a:srgbClr val="DB8464"/>
      </a:folHlink>
    </a:clrScheme>
    <a:fontScheme name="Custom 22">
      <a:majorFont>
        <a:latin typeface="Haettenschweiler"/>
        <a:ea typeface=""/>
        <a:cs typeface=""/>
      </a:majorFont>
      <a:minorFont>
        <a:latin typeface="Trade Gothic N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ditorial" id="{71EC1670-473B-4381-BA1C-B02CC96DD716}" vid="{C5D3EF77-ADD0-40FD-A769-C339DAE739D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Editorial</Template>
  <TotalTime>201</TotalTime>
  <Words>416</Words>
  <Application>Microsoft Office PowerPoint</Application>
  <PresentationFormat>ワイド画面</PresentationFormat>
  <Paragraphs>52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3" baseType="lpstr">
      <vt:lpstr>HGP創英角ﾎﾟｯﾌﾟ体</vt:lpstr>
      <vt:lpstr>Aptos</vt:lpstr>
      <vt:lpstr>Arial</vt:lpstr>
      <vt:lpstr>Haettenschweiler</vt:lpstr>
      <vt:lpstr>Trade Gothic Next Light</vt:lpstr>
      <vt:lpstr>エディトリアル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渡辺のぞみ</dc:creator>
  <cp:lastModifiedBy>渡辺のぞみ</cp:lastModifiedBy>
  <cp:revision>7</cp:revision>
  <dcterms:created xsi:type="dcterms:W3CDTF">2026-10-01T12:47:43Z</dcterms:created>
  <dcterms:modified xsi:type="dcterms:W3CDTF">2026-10-20T13:27:00Z</dcterms:modified>
</cp:coreProperties>
</file>