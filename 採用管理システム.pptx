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236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1033272"/>
            <a:ext cx="5892073" cy="389534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80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" y="5733288"/>
            <a:ext cx="5892071" cy="7955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931152" y="793817"/>
            <a:ext cx="5260848" cy="6064181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38587" y="207982"/>
            <a:ext cx="2662798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F2C2C7B-6B47-4A5B-B24C-B316964ABE62}"/>
              </a:ext>
            </a:extLst>
          </p:cNvPr>
          <p:cNvCxnSpPr>
            <a:cxnSpLocks/>
          </p:cNvCxnSpPr>
          <p:nvPr/>
        </p:nvCxnSpPr>
        <p:spPr>
          <a:xfrm flipV="1">
            <a:off x="6929823" y="789558"/>
            <a:ext cx="0" cy="606844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F32355F-80FD-3956-F8D4-9DF4073D0E2E}"/>
              </a:ext>
            </a:extLst>
          </p:cNvPr>
          <p:cNvCxnSpPr>
            <a:cxnSpLocks/>
          </p:cNvCxnSpPr>
          <p:nvPr/>
        </p:nvCxnSpPr>
        <p:spPr>
          <a:xfrm>
            <a:off x="0" y="5420250"/>
            <a:ext cx="6929823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D4DD8B2-0D73-EB9B-9708-67DF28E40F96}"/>
              </a:ext>
            </a:extLst>
          </p:cNvPr>
          <p:cNvCxnSpPr>
            <a:cxnSpLocks/>
          </p:cNvCxnSpPr>
          <p:nvPr/>
        </p:nvCxnSpPr>
        <p:spPr>
          <a:xfrm>
            <a:off x="0" y="791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36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12648"/>
            <a:ext cx="11253668" cy="1106424"/>
          </a:xfrm>
        </p:spPr>
        <p:txBody>
          <a:bodyPr/>
          <a:lstStyle>
            <a:lvl1pPr>
              <a:defRPr sz="66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9" y="2139696"/>
            <a:ext cx="11253668" cy="428853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D457B6E-DC25-9A54-64F7-98703149B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49DF708-DA4E-D117-5CE8-7401A836F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1AE2728-8254-BE0F-89AB-2D5352D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3DFD8D-B66E-C844-B523-E3C51265F5EA}"/>
              </a:ext>
            </a:extLst>
          </p:cNvPr>
          <p:cNvCxnSpPr>
            <a:cxnSpLocks/>
          </p:cNvCxnSpPr>
          <p:nvPr/>
        </p:nvCxnSpPr>
        <p:spPr>
          <a:xfrm>
            <a:off x="0" y="1805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761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5223554"/>
            <a:ext cx="11430000" cy="914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6083090"/>
            <a:ext cx="11429999" cy="566928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F08B46D-341A-2502-FE91-2C5EF7710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50694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ABE8472-319C-7663-7B71-2A6549DED7EF}"/>
              </a:ext>
            </a:extLst>
          </p:cNvPr>
          <p:cNvCxnSpPr>
            <a:cxnSpLocks/>
          </p:cNvCxnSpPr>
          <p:nvPr/>
        </p:nvCxnSpPr>
        <p:spPr>
          <a:xfrm>
            <a:off x="0" y="5068350"/>
            <a:ext cx="12188952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628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5C310B-ED34-BA33-630C-F8D5EB2A41A2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6B77E3C-9D50-9277-C646-D9B5AB8122BB}"/>
              </a:ext>
            </a:extLst>
          </p:cNvPr>
          <p:cNvCxnSpPr>
            <a:cxnSpLocks/>
          </p:cNvCxnSpPr>
          <p:nvPr/>
        </p:nvCxnSpPr>
        <p:spPr>
          <a:xfrm>
            <a:off x="0" y="527477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357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セクション見出し">
    <p:bg>
      <p:bgPr>
        <a:solidFill>
          <a:srgbClr val="C835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77CE2-4402-942B-FD26-6E29BDAB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" y="1435608"/>
            <a:ext cx="11594592" cy="5559552"/>
          </a:xfrm>
        </p:spPr>
        <p:txBody>
          <a:bodyPr anchor="b">
            <a:normAutofit/>
          </a:bodyPr>
          <a:lstStyle>
            <a:lvl1pPr>
              <a:lnSpc>
                <a:spcPct val="67000"/>
              </a:lnSpc>
              <a:defRPr sz="14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C3F3D2-CADD-A94F-6739-CCCDA6C6F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C541E-3AF5-9564-CE04-E4B86459D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772A7-7F28-0EB0-D243-BCC6917DA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716D65-B11C-E9B7-66BF-88E72C5DCEBA}"/>
              </a:ext>
            </a:extLst>
          </p:cNvPr>
          <p:cNvCxnSpPr>
            <a:cxnSpLocks/>
          </p:cNvCxnSpPr>
          <p:nvPr/>
        </p:nvCxnSpPr>
        <p:spPr>
          <a:xfrm>
            <a:off x="0" y="783822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3887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Agenda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7" y="886968"/>
            <a:ext cx="11405277" cy="1170432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599C6D-D164-AA94-72F8-241C18719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4881" y="2832652"/>
            <a:ext cx="6893719" cy="3508951"/>
          </a:xfrm>
        </p:spPr>
        <p:txBody>
          <a:bodyPr anchor="t"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B50CAA-07B2-F8CA-1425-4249CE17A8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DEAD866-E26E-BF23-7B5D-9F689B2F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AC7CAE-FC19-2728-AA3B-1D2FE7879B25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B3592-91FB-05F4-B422-A40D7CD4DE2D}"/>
              </a:ext>
            </a:extLst>
          </p:cNvPr>
          <p:cNvCxnSpPr>
            <a:cxnSpLocks/>
          </p:cNvCxnSpPr>
          <p:nvPr/>
        </p:nvCxnSpPr>
        <p:spPr>
          <a:xfrm>
            <a:off x="0" y="800100"/>
            <a:ext cx="12192000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8087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66944" y="521208"/>
            <a:ext cx="6647688" cy="1865376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accent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AD3A4126-4E48-DD2C-1468-6A36AE6C1D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7320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6943" y="2651760"/>
            <a:ext cx="6327648" cy="3547872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800100" indent="-342900">
              <a:buFont typeface="+mj-lt"/>
              <a:buAutoNum type="arabicPeriod"/>
              <a:defRPr sz="1800"/>
            </a:lvl2pPr>
            <a:lvl3pPr marL="1257300" indent="-342900">
              <a:buFont typeface="+mj-lt"/>
              <a:buAutoNum type="arabicPeriod"/>
              <a:defRPr sz="1600"/>
            </a:lvl3pPr>
            <a:lvl4pPr marL="1714500" indent="-342900">
              <a:buFont typeface="+mj-lt"/>
              <a:buAutoNum type="arabicPeriod"/>
              <a:defRPr sz="1400"/>
            </a:lvl4pPr>
            <a:lvl5pPr marL="21717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1899" y="21031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73511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7633BE4-C9B9-310C-1EAE-191B5D344B59}"/>
              </a:ext>
            </a:extLst>
          </p:cNvPr>
          <p:cNvCxnSpPr>
            <a:cxnSpLocks/>
          </p:cNvCxnSpPr>
          <p:nvPr/>
        </p:nvCxnSpPr>
        <p:spPr>
          <a:xfrm>
            <a:off x="4923916" y="2452449"/>
            <a:ext cx="7268084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A010762-96A4-4E1C-CD5D-EE1C1D1FC6E2}"/>
              </a:ext>
            </a:extLst>
          </p:cNvPr>
          <p:cNvCxnSpPr>
            <a:cxnSpLocks/>
          </p:cNvCxnSpPr>
          <p:nvPr/>
        </p:nvCxnSpPr>
        <p:spPr>
          <a:xfrm flipV="1">
            <a:off x="4923916" y="0"/>
            <a:ext cx="0" cy="685800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8934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1" y="2077374"/>
            <a:ext cx="4479107" cy="2691413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7DEB5EF-910B-9B2B-CB95-1AD374FEC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51577" y="2210542"/>
            <a:ext cx="5869293" cy="2432477"/>
          </a:xfrm>
        </p:spPr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FD4BD0F-0EF0-D5B9-5485-1ECB765DC5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51577" y="207982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66B317-2D55-4797-E621-551FCA482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5311938" y="1550633"/>
            <a:ext cx="0" cy="375673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790D5D6-313A-8ACD-591F-F8BEC510B947}"/>
              </a:ext>
            </a:extLst>
          </p:cNvPr>
          <p:cNvCxnSpPr>
            <a:cxnSpLocks/>
          </p:cNvCxnSpPr>
          <p:nvPr/>
        </p:nvCxnSpPr>
        <p:spPr>
          <a:xfrm>
            <a:off x="0" y="5308844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F6F1415-3933-6D89-472D-2FA4BBB279E7}"/>
              </a:ext>
            </a:extLst>
          </p:cNvPr>
          <p:cNvCxnSpPr>
            <a:cxnSpLocks/>
          </p:cNvCxnSpPr>
          <p:nvPr/>
        </p:nvCxnSpPr>
        <p:spPr>
          <a:xfrm>
            <a:off x="0" y="155063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153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1249959"/>
            <a:ext cx="4085912" cy="512567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6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5B8121-E925-2131-A76A-FBDAB0BC9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249959"/>
            <a:ext cx="6440424" cy="523876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A5BEFD-7245-BB4D-0F86-F1C3A32E067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63852" y="207982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5879897-4AF6-4B38-AB30-8DD979DC52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28C01F2-A815-18C2-F49B-D8E165722653}"/>
              </a:ext>
            </a:extLst>
          </p:cNvPr>
          <p:cNvCxnSpPr>
            <a:cxnSpLocks/>
          </p:cNvCxnSpPr>
          <p:nvPr/>
        </p:nvCxnSpPr>
        <p:spPr>
          <a:xfrm>
            <a:off x="4918746" y="805343"/>
            <a:ext cx="0" cy="6052657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5161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0876" y="749808"/>
            <a:ext cx="6442024" cy="20391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910328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0875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09227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0875" y="2944368"/>
            <a:ext cx="6442025" cy="357169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10328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159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0308" y="612648"/>
            <a:ext cx="7022592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342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81791C-036D-058C-0055-96793694D65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750307" y="210312"/>
            <a:ext cx="3531437" cy="41336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A8DE5B-9C41-DE5B-BF91-98510120DCF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82299" y="210312"/>
            <a:ext cx="1679642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E0FD979-F905-C567-8E21-A3EDCE17980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50307" y="1746503"/>
            <a:ext cx="7022592" cy="480669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345760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27015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612648"/>
            <a:ext cx="7015483" cy="103327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B59EF2B-7C7F-BA27-16C2-C56B21D3774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2A99D216-CE5A-6458-A23E-BE0E554AC3D1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224951" y="207982"/>
            <a:ext cx="1682496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20FA64-3C9A-EBCF-5C28-E7DED40C97D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789594" y="207982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746504"/>
            <a:ext cx="7018271" cy="480669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773592" y="0"/>
            <a:ext cx="4417215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776883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2511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3" y="749808"/>
            <a:ext cx="5778227" cy="103327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969163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14093" y="210312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1993391"/>
            <a:ext cx="5778227" cy="455980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575416" y="0"/>
            <a:ext cx="5616584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F4034EB-F498-D527-195A-D17B85027774}"/>
              </a:ext>
            </a:extLst>
          </p:cNvPr>
          <p:cNvCxnSpPr>
            <a:cxnSpLocks/>
          </p:cNvCxnSpPr>
          <p:nvPr/>
        </p:nvCxnSpPr>
        <p:spPr>
          <a:xfrm>
            <a:off x="6570629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5414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749808"/>
            <a:ext cx="4123680" cy="151790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210312"/>
            <a:ext cx="2260057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29329" y="210312"/>
            <a:ext cx="1058111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010197" y="210312"/>
            <a:ext cx="440969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704" y="2578609"/>
            <a:ext cx="4130606" cy="371246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912658" y="0"/>
            <a:ext cx="7279341" cy="6858000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1AA34CC-D007-33B7-4604-084E822313A9}"/>
              </a:ext>
            </a:extLst>
          </p:cNvPr>
          <p:cNvCxnSpPr/>
          <p:nvPr/>
        </p:nvCxnSpPr>
        <p:spPr>
          <a:xfrm>
            <a:off x="4907963" y="0"/>
            <a:ext cx="0" cy="685800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07695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49808"/>
            <a:ext cx="11514755" cy="9601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8890DBE-0DD3-8504-F95F-4225535FB1B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34BB28A-95D9-4CE6-DA59-520BA3C61CD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1FA0A0C-CE55-CB7D-174D-D77937630A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3" y="2180556"/>
            <a:ext cx="5012355" cy="42842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822674" y="1834524"/>
            <a:ext cx="6378722" cy="50234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C753443-12E2-4CD3-2C6F-4E20536BA82B}"/>
              </a:ext>
            </a:extLst>
          </p:cNvPr>
          <p:cNvCxnSpPr>
            <a:cxnSpLocks/>
          </p:cNvCxnSpPr>
          <p:nvPr/>
        </p:nvCxnSpPr>
        <p:spPr>
          <a:xfrm>
            <a:off x="5816454" y="1827254"/>
            <a:ext cx="0" cy="504063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B4AF9B-8CF3-D7A8-CDB9-8E513FFF57EC}"/>
              </a:ext>
            </a:extLst>
          </p:cNvPr>
          <p:cNvCxnSpPr>
            <a:cxnSpLocks/>
          </p:cNvCxnSpPr>
          <p:nvPr/>
        </p:nvCxnSpPr>
        <p:spPr>
          <a:xfrm>
            <a:off x="0" y="1827254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68331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5166364"/>
            <a:ext cx="3656530" cy="12234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8096" cy="483717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9121" y="5166364"/>
            <a:ext cx="7073776" cy="1223420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437376"/>
            <a:ext cx="2962656" cy="365125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699121" y="6437193"/>
            <a:ext cx="4549413" cy="365125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437376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9F6E2-159F-CDF3-F2D3-AB7A7E505C0B}"/>
              </a:ext>
            </a:extLst>
          </p:cNvPr>
          <p:cNvCxnSpPr>
            <a:cxnSpLocks/>
          </p:cNvCxnSpPr>
          <p:nvPr/>
        </p:nvCxnSpPr>
        <p:spPr>
          <a:xfrm>
            <a:off x="4283425" y="4837176"/>
            <a:ext cx="0" cy="2020824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D4F9120-94C1-CA43-BF4E-9411F4866A20}"/>
              </a:ext>
            </a:extLst>
          </p:cNvPr>
          <p:cNvCxnSpPr>
            <a:cxnSpLocks/>
          </p:cNvCxnSpPr>
          <p:nvPr/>
        </p:nvCxnSpPr>
        <p:spPr>
          <a:xfrm>
            <a:off x="-1250" y="4842106"/>
            <a:ext cx="1219325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3978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762002"/>
            <a:ext cx="6612786" cy="15558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A2AC736-2858-40E1-3533-38692573EC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6F901C69-26AA-7830-9BFF-EC62E8208AB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83EC4C7-2AFC-9797-0F80-FCBABD2A856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6627" y="2435966"/>
            <a:ext cx="7283725" cy="4422032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0068" y="762000"/>
            <a:ext cx="4092813" cy="5791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F70BF-1865-3761-955D-0621AA22B818}"/>
              </a:ext>
            </a:extLst>
          </p:cNvPr>
          <p:cNvCxnSpPr>
            <a:cxnSpLocks/>
          </p:cNvCxnSpPr>
          <p:nvPr/>
        </p:nvCxnSpPr>
        <p:spPr>
          <a:xfrm>
            <a:off x="0" y="2435966"/>
            <a:ext cx="72771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638DF4A-7DDF-7C24-D39A-EA7EAF7CFE63}"/>
              </a:ext>
            </a:extLst>
          </p:cNvPr>
          <p:cNvCxnSpPr>
            <a:cxnSpLocks/>
          </p:cNvCxnSpPr>
          <p:nvPr/>
        </p:nvCxnSpPr>
        <p:spPr>
          <a:xfrm>
            <a:off x="7277100" y="0"/>
            <a:ext cx="0" cy="6857999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86450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8" y="448056"/>
            <a:ext cx="11514759" cy="1124712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07982"/>
            <a:ext cx="546447" cy="41148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B20793B-4169-98D6-7E6E-52EB5096D05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3614" y="1700784"/>
            <a:ext cx="3318170" cy="5157216"/>
          </a:xfrm>
          <a:blipFill>
            <a:blip r:embed="rId2">
              <a:alphaModFix amt="8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1441" y="2130553"/>
            <a:ext cx="7971459" cy="442264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47961-3E7C-FAAC-2283-DA751A80201C}"/>
              </a:ext>
            </a:extLst>
          </p:cNvPr>
          <p:cNvCxnSpPr>
            <a:cxnSpLocks/>
          </p:cNvCxnSpPr>
          <p:nvPr/>
        </p:nvCxnSpPr>
        <p:spPr>
          <a:xfrm>
            <a:off x="0" y="1695518"/>
            <a:ext cx="1219200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4B3C03-E31F-77F7-02F0-8C25E1C62792}"/>
              </a:ext>
            </a:extLst>
          </p:cNvPr>
          <p:cNvCxnSpPr>
            <a:cxnSpLocks/>
          </p:cNvCxnSpPr>
          <p:nvPr/>
        </p:nvCxnSpPr>
        <p:spPr>
          <a:xfrm>
            <a:off x="3318170" y="1695518"/>
            <a:ext cx="0" cy="5162482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318752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 Large">
    <p:bg>
      <p:bgPr>
        <a:solidFill>
          <a:schemeClr val="bg2">
            <a:lumMod val="90000"/>
            <a:alpha val="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71232" y="1188720"/>
            <a:ext cx="4069080" cy="4480560"/>
          </a:xfrm>
        </p:spPr>
        <p:txBody>
          <a:bodyPr anchor="ctr">
            <a:normAutofit/>
          </a:bodyPr>
          <a:lstStyle>
            <a:lvl1pPr>
              <a:lnSpc>
                <a:spcPct val="110000"/>
              </a:lnSpc>
              <a:defRPr sz="28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8056" y="1609344"/>
            <a:ext cx="6775704" cy="4151376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lnSpc>
                <a:spcPct val="70000"/>
              </a:lnSpc>
              <a:buNone/>
              <a:defRPr lang="en-US" sz="33400" dirty="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2pPr>
            <a:lvl3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3pPr>
            <a:lvl4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4pPr>
            <a:lvl5pPr>
              <a:defRPr lang="en-US" dirty="0">
                <a:solidFill>
                  <a:schemeClr val="accent3">
                    <a:lumMod val="20000"/>
                    <a:lumOff val="80000"/>
                  </a:schemeClr>
                </a:solidFill>
              </a:defRPr>
            </a:lvl5pPr>
          </a:lstStyle>
          <a:p>
            <a:pPr lvl="0"/>
            <a:r>
              <a:rPr lang="en-US" dirty="0"/>
              <a:t>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>
            <a:normAutofit/>
          </a:bodyPr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34144DB-F44E-C5EB-68A1-D39E3F401C4E}"/>
              </a:ext>
            </a:extLst>
          </p:cNvPr>
          <p:cNvCxnSpPr>
            <a:cxnSpLocks/>
          </p:cNvCxnSpPr>
          <p:nvPr/>
        </p:nvCxnSpPr>
        <p:spPr>
          <a:xfrm>
            <a:off x="0" y="6069441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8877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773" y="914400"/>
            <a:ext cx="10045427" cy="4464554"/>
          </a:xfrm>
        </p:spPr>
        <p:txBody>
          <a:bodyPr anchor="ctr">
            <a:noAutofit/>
          </a:bodyPr>
          <a:lstStyle>
            <a:lvl1pPr marL="0" indent="0">
              <a:lnSpc>
                <a:spcPct val="75000"/>
              </a:lnSpc>
              <a:buNone/>
              <a:defRPr sz="8800" b="0">
                <a:solidFill>
                  <a:schemeClr val="tx2"/>
                </a:solidFill>
                <a:latin typeface="+mj-lt"/>
              </a:defRPr>
            </a:lvl1pPr>
            <a:lvl2pPr marL="228600" indent="0">
              <a:lnSpc>
                <a:spcPct val="100000"/>
              </a:lnSpc>
              <a:buNone/>
              <a:defRPr sz="8000" b="0">
                <a:solidFill>
                  <a:schemeClr val="tx2"/>
                </a:solidFill>
                <a:latin typeface="+mj-lt"/>
              </a:defRPr>
            </a:lvl2pPr>
            <a:lvl3pPr marL="457200" indent="0">
              <a:lnSpc>
                <a:spcPct val="100000"/>
              </a:lnSpc>
              <a:buNone/>
              <a:defRPr sz="7200" b="0">
                <a:solidFill>
                  <a:schemeClr val="tx2"/>
                </a:solidFill>
                <a:latin typeface="+mj-lt"/>
              </a:defRPr>
            </a:lvl3pPr>
            <a:lvl4pPr marL="685800" indent="0">
              <a:lnSpc>
                <a:spcPct val="100000"/>
              </a:lnSpc>
              <a:buNone/>
              <a:defRPr sz="6600" b="0">
                <a:solidFill>
                  <a:schemeClr val="tx2"/>
                </a:solidFill>
                <a:latin typeface="+mj-lt"/>
              </a:defRPr>
            </a:lvl4pPr>
            <a:lvl5pPr marL="914400" indent="0">
              <a:lnSpc>
                <a:spcPct val="100000"/>
              </a:lnSpc>
              <a:buNone/>
              <a:defRPr sz="6000" b="0">
                <a:solidFill>
                  <a:schemeClr val="tx2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63640"/>
            <a:ext cx="2963692" cy="41336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0069" y="6263640"/>
            <a:ext cx="1921315" cy="41336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A935D4C-A027-60A0-BEB8-B1A89C1C5E3A}"/>
              </a:ext>
            </a:extLst>
          </p:cNvPr>
          <p:cNvCxnSpPr>
            <a:cxnSpLocks/>
          </p:cNvCxnSpPr>
          <p:nvPr/>
        </p:nvCxnSpPr>
        <p:spPr>
          <a:xfrm>
            <a:off x="0" y="6057900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10343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3232" y="5440220"/>
            <a:ext cx="9299448" cy="1015996"/>
          </a:xfrm>
        </p:spPr>
        <p:txBody>
          <a:bodyPr anchor="ctr">
            <a:normAutofit/>
          </a:bodyPr>
          <a:lstStyle>
            <a:lvl1pPr>
              <a:defRPr sz="2000" cap="none" baseline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0040" y="1170816"/>
            <a:ext cx="9692640" cy="3872159"/>
          </a:xfrm>
        </p:spPr>
        <p:txBody>
          <a:bodyPr>
            <a:normAutofit/>
          </a:bodyPr>
          <a:lstStyle>
            <a:lvl1pPr marL="274320" indent="-274320">
              <a:lnSpc>
                <a:spcPct val="70000"/>
              </a:lnSpc>
              <a:buNone/>
              <a:defRPr sz="8800" cap="all" baseline="0">
                <a:solidFill>
                  <a:schemeClr val="tx2"/>
                </a:solidFill>
                <a:latin typeface="+mj-lt"/>
              </a:defRPr>
            </a:lvl1pPr>
            <a:lvl2pPr marL="274320" indent="-274320">
              <a:lnSpc>
                <a:spcPct val="70000"/>
              </a:lnSpc>
              <a:buNone/>
              <a:defRPr sz="80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2pPr>
            <a:lvl3pPr marL="274320" indent="-274320">
              <a:lnSpc>
                <a:spcPct val="70000"/>
              </a:lnSpc>
              <a:buNone/>
              <a:defRPr sz="72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3pPr>
            <a:lvl4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4pPr>
            <a:lvl5pPr marL="274320" indent="-274320">
              <a:lnSpc>
                <a:spcPct val="70000"/>
              </a:lnSpc>
              <a:buNone/>
              <a:defRPr sz="6600" cap="all" baseline="0">
                <a:solidFill>
                  <a:schemeClr val="accent2">
                    <a:lumMod val="20000"/>
                    <a:lumOff val="8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0312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2443788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210312"/>
            <a:ext cx="546447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0C7B9-B6D9-6FB6-59EE-D9DB3BC93758}"/>
              </a:ext>
            </a:extLst>
          </p:cNvPr>
          <p:cNvCxnSpPr>
            <a:cxnSpLocks/>
          </p:cNvCxnSpPr>
          <p:nvPr/>
        </p:nvCxnSpPr>
        <p:spPr>
          <a:xfrm flipH="1">
            <a:off x="0" y="787179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15D9130-12F6-DFB8-70EF-9ACBA9FDECB0}"/>
              </a:ext>
            </a:extLst>
          </p:cNvPr>
          <p:cNvCxnSpPr>
            <a:cxnSpLocks/>
          </p:cNvCxnSpPr>
          <p:nvPr/>
        </p:nvCxnSpPr>
        <p:spPr>
          <a:xfrm>
            <a:off x="0" y="5274530"/>
            <a:ext cx="12192000" cy="0"/>
          </a:xfrm>
          <a:prstGeom prst="line">
            <a:avLst/>
          </a:prstGeom>
          <a:ln w="9525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54388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594AB-EF90-9591-5954-F617B83D13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685800"/>
            <a:ext cx="11253668" cy="66569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6A57BED-3AFE-6AA9-E0D5-586748D61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7C21221-DC95-273B-0C4F-43B35ADA1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E44E859-99AA-D46F-1AD8-4C0F287F3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3231F-0FFC-E2BB-36F8-9816E4DEC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7773" y="1773857"/>
            <a:ext cx="5349240" cy="44531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CC2C1-ED8C-D52E-BEF5-671EDC623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24987" y="1773858"/>
            <a:ext cx="5349240" cy="445312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397169B-5226-712F-36F4-352E56B637D4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838210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4958D-8125-1BDA-53C9-9E2D33883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772" y="685800"/>
            <a:ext cx="11256264" cy="6675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D294A4A-89C4-68BF-6701-5C47F940E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908BC-F48B-81E4-8D93-7DB9E3716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F93A54-CB38-BEAF-260B-84EDDF301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9FF10-A82A-AAEB-4B8C-921F3BA20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7773" y="1773857"/>
            <a:ext cx="5349064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4D3C6A-509A-8CB1-B220-1CE755BE2F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17773" y="2368476"/>
            <a:ext cx="5349064" cy="38587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627A15-4AB2-F230-22C7-0605AFD7DF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4796" y="1773857"/>
            <a:ext cx="5349240" cy="59014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1ECFD5-92D0-1854-D18E-8BC5DF56A7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4796" y="2368476"/>
            <a:ext cx="5349240" cy="385876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D1AC07E-A077-E2A6-1718-DDDA542A8A98}"/>
              </a:ext>
            </a:extLst>
          </p:cNvPr>
          <p:cNvCxnSpPr>
            <a:cxnSpLocks/>
          </p:cNvCxnSpPr>
          <p:nvPr/>
        </p:nvCxnSpPr>
        <p:spPr>
          <a:xfrm>
            <a:off x="0" y="1442826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371462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17042-CDCB-3B2F-8C5B-24B17903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A4C6AE-702E-258F-EA5E-02906C70D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339AE3-ADB1-728F-9FBA-2FD43A0AC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965F4B-E6CF-D83A-1F1B-81274FD57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6137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E52550-02A6-D7FB-DD57-70C87BAA4F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02D272-B561-7F82-06FB-C5DE719A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F0FF0-3A36-A128-D75E-71A4B54CB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992292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clus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A45ECA-9413-0F81-085A-48CF6F23E1DC}"/>
              </a:ext>
            </a:extLst>
          </p:cNvPr>
          <p:cNvCxnSpPr>
            <a:cxnSpLocks/>
          </p:cNvCxnSpPr>
          <p:nvPr/>
        </p:nvCxnSpPr>
        <p:spPr>
          <a:xfrm>
            <a:off x="0" y="2118492"/>
            <a:ext cx="12192000" cy="0"/>
          </a:xfrm>
          <a:prstGeom prst="line">
            <a:avLst/>
          </a:prstGeom>
          <a:ln w="9525">
            <a:solidFill>
              <a:schemeClr val="tx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832104"/>
            <a:ext cx="11253668" cy="1225296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6263640"/>
            <a:ext cx="2962656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1" y="6263640"/>
            <a:ext cx="1933553" cy="41148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63640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557" y="3429001"/>
            <a:ext cx="11253669" cy="2773546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27151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clusion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A09BB-8293-7DED-F5BF-8F3DA4B57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60" y="1270390"/>
            <a:ext cx="7929980" cy="2060888"/>
          </a:xfrm>
        </p:spPr>
        <p:txBody>
          <a:bodyPr>
            <a:normAutofit/>
          </a:bodyPr>
          <a:lstStyle>
            <a:lvl1pPr>
              <a:defRPr sz="8800">
                <a:solidFill>
                  <a:schemeClr val="tx2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B536-3625-6C4C-BCE1-4533963FDE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775" y="3794761"/>
            <a:ext cx="7932765" cy="15310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7D1377-BC65-5D42-5EC9-BECE6F765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2" y="213482"/>
            <a:ext cx="2962656" cy="411480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F9179-12AA-40A3-63A0-84A6ED0661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8892" y="210312"/>
            <a:ext cx="1679642" cy="411480"/>
          </a:xfrm>
        </p:spPr>
        <p:txBody>
          <a:bodyPr/>
          <a:lstStyle/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E0E3B-6350-CAAC-2CAB-78999D19C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4D168F9-DE00-B9C1-AD77-139DA8AF3364}"/>
              </a:ext>
            </a:extLst>
          </p:cNvPr>
          <p:cNvCxnSpPr>
            <a:cxnSpLocks/>
          </p:cNvCxnSpPr>
          <p:nvPr/>
        </p:nvCxnSpPr>
        <p:spPr>
          <a:xfrm>
            <a:off x="0" y="3434907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7307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4398EFF-E3C5-E79D-1BD3-016E84949F9C}"/>
              </a:ext>
            </a:extLst>
          </p:cNvPr>
          <p:cNvCxnSpPr>
            <a:cxnSpLocks/>
          </p:cNvCxnSpPr>
          <p:nvPr/>
        </p:nvCxnSpPr>
        <p:spPr>
          <a:xfrm>
            <a:off x="0" y="789563"/>
            <a:ext cx="12192000" cy="0"/>
          </a:xfrm>
          <a:prstGeom prst="line">
            <a:avLst/>
          </a:prstGeom>
          <a:ln w="9525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6478947-1D67-18A4-7E48-5B4B2F97F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559" y="935798"/>
            <a:ext cx="11253668" cy="66569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FE08CA-9517-ABC1-E915-31EA6D7B73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0559" y="1707581"/>
            <a:ext cx="11253668" cy="48483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E3983D-E783-AAEC-26DB-4B3F6511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7773" y="207982"/>
            <a:ext cx="2963692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54426-0A97-D20B-FD06-9648AED777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80069" y="207982"/>
            <a:ext cx="1921315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850" b="1" cap="all" spc="100" baseline="0">
                <a:solidFill>
                  <a:schemeClr val="tx2"/>
                </a:solidFill>
              </a:defRPr>
            </a:lvl1pPr>
          </a:lstStyle>
          <a:p>
            <a:fld id="{8DC4806F-8A57-40BE-A78D-79608F060769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A13386-8E2A-2962-4804-81558038BA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8870" y="207982"/>
            <a:ext cx="546447" cy="413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850" b="1" cap="all" baseline="0">
                <a:solidFill>
                  <a:schemeClr val="tx2"/>
                </a:solidFill>
              </a:defRPr>
            </a:lvl1pPr>
          </a:lstStyle>
          <a:p>
            <a:fld id="{3A65ADB7-264D-4521-B389-CB8384128B9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143C14-E680-3360-0E4D-DA502AF50E85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061991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0" r:id="rId2"/>
    <p:sldLayoutId id="2147483901" r:id="rId3"/>
    <p:sldLayoutId id="2147483902" r:id="rId4"/>
    <p:sldLayoutId id="2147483903" r:id="rId5"/>
    <p:sldLayoutId id="2147483904" r:id="rId6"/>
    <p:sldLayoutId id="2147483905" r:id="rId7"/>
    <p:sldLayoutId id="2147483906" r:id="rId8"/>
    <p:sldLayoutId id="2147483907" r:id="rId9"/>
    <p:sldLayoutId id="2147483908" r:id="rId10"/>
    <p:sldLayoutId id="2147483909" r:id="rId11"/>
    <p:sldLayoutId id="2147483910" r:id="rId12"/>
    <p:sldLayoutId id="2147483911" r:id="rId13"/>
    <p:sldLayoutId id="2147483912" r:id="rId14"/>
    <p:sldLayoutId id="2147483913" r:id="rId15"/>
    <p:sldLayoutId id="2147483914" r:id="rId16"/>
    <p:sldLayoutId id="2147483915" r:id="rId17"/>
    <p:sldLayoutId id="2147483916" r:id="rId18"/>
    <p:sldLayoutId id="2147483917" r:id="rId19"/>
    <p:sldLayoutId id="2147483918" r:id="rId20"/>
    <p:sldLayoutId id="2147483919" r:id="rId21"/>
    <p:sldLayoutId id="2147483920" r:id="rId22"/>
    <p:sldLayoutId id="2147483921" r:id="rId23"/>
    <p:sldLayoutId id="2147483922" r:id="rId24"/>
    <p:sldLayoutId id="2147483923" r:id="rId25"/>
    <p:sldLayoutId id="2147483924" r:id="rId26"/>
    <p:sldLayoutId id="2147483925" r:id="rId27"/>
  </p:sldLayoutIdLst>
  <p:txStyles>
    <p:titleStyle>
      <a:lvl1pPr algn="l" defTabSz="914400" rtl="0" eaLnBrk="1" latinLnBrk="0" hangingPunct="1">
        <a:lnSpc>
          <a:spcPct val="70000"/>
        </a:lnSpc>
        <a:spcBef>
          <a:spcPct val="0"/>
        </a:spcBef>
        <a:buNone/>
        <a:defRPr kumimoji="1" sz="4000" kern="1200" cap="all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kumimoji="1"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kumimoji="1"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264">
          <p15:clr>
            <a:srgbClr val="F26B43"/>
          </p15:clr>
        </p15:guide>
        <p15:guide id="3" pos="7416">
          <p15:clr>
            <a:srgbClr val="F26B43"/>
          </p15:clr>
        </p15:guide>
        <p15:guide id="4" orient="horz" pos="3816">
          <p15:clr>
            <a:srgbClr val="F26B43"/>
          </p15:clr>
        </p15:guide>
        <p15:guide id="5" pos="7200">
          <p15:clr>
            <a:srgbClr val="F26B43"/>
          </p15:clr>
        </p15:guide>
        <p15:guide id="6" pos="504">
          <p15:clr>
            <a:srgbClr val="F26B43"/>
          </p15:clr>
        </p15:guide>
        <p15:guide id="7" orient="horz" pos="4128">
          <p15:clr>
            <a:srgbClr val="F26B43"/>
          </p15:clr>
        </p15:guide>
        <p15:guide id="8" orient="horz" pos="1056">
          <p15:clr>
            <a:srgbClr val="F26B43"/>
          </p15:clr>
        </p15:guide>
        <p15:guide id="9" pos="45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BBA34DA-67E3-DC1A-4BE9-71F6EA5EC27A}"/>
              </a:ext>
            </a:extLst>
          </p:cNvPr>
          <p:cNvSpPr/>
          <p:nvPr/>
        </p:nvSpPr>
        <p:spPr>
          <a:xfrm>
            <a:off x="1171254" y="842481"/>
            <a:ext cx="9811820" cy="39247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とは</a:t>
            </a:r>
            <a:endParaRPr kumimoji="1" lang="ja-JP" altLang="en-US" sz="80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86022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BDCC805F-E465-5FA6-5808-7B4564CF1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596" y="184934"/>
            <a:ext cx="4508644" cy="6462445"/>
          </a:xfrm>
          <a:prstGeom prst="rect">
            <a:avLst/>
          </a:prstGeom>
        </p:spPr>
      </p:pic>
      <p:sp>
        <p:nvSpPr>
          <p:cNvPr id="4" name="吹き出し: 角を丸めた四角形 3">
            <a:extLst>
              <a:ext uri="{FF2B5EF4-FFF2-40B4-BE49-F238E27FC236}">
                <a16:creationId xmlns:a16="http://schemas.microsoft.com/office/drawing/2014/main" id="{0C86B683-0AE3-6132-882B-DDD370982EB1}"/>
              </a:ext>
            </a:extLst>
          </p:cNvPr>
          <p:cNvSpPr/>
          <p:nvPr/>
        </p:nvSpPr>
        <p:spPr>
          <a:xfrm>
            <a:off x="5486399" y="164388"/>
            <a:ext cx="6390527" cy="4448710"/>
          </a:xfrm>
          <a:prstGeom prst="wedgeRoundRectCallout">
            <a:avLst>
              <a:gd name="adj1" fmla="val -63811"/>
              <a:gd name="adj2" fmla="val -10957"/>
              <a:gd name="adj3" fmla="val 16667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応募者に</a:t>
            </a:r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①名前　②カナ　③性別</a:t>
            </a:r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④生年月日　⑤メールアドレス</a:t>
            </a:r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⑥電話番号　⑦郵便番号</a:t>
            </a:r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⑧住所　⑨最終学歴　⑩希望勤務地</a:t>
            </a:r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algn="r"/>
            <a:r>
              <a:rPr kumimoji="1" lang="ja-JP" altLang="en-US" sz="28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を入力してもらう！</a:t>
            </a:r>
            <a:endParaRPr kumimoji="1" lang="ja-JP" altLang="en-US" dirty="0"/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92E266E8-2BB1-0B6E-32EB-84EC18BBDFEE}"/>
              </a:ext>
            </a:extLst>
          </p:cNvPr>
          <p:cNvSpPr/>
          <p:nvPr/>
        </p:nvSpPr>
        <p:spPr>
          <a:xfrm>
            <a:off x="8003569" y="4479533"/>
            <a:ext cx="1284270" cy="832207"/>
          </a:xfrm>
          <a:prstGeom prst="downArrow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9" name="図 8" descr="メール パソコンのロイヤリティフリーイラスト素材 58,900点以上 - iStock">
            <a:extLst>
              <a:ext uri="{FF2B5EF4-FFF2-40B4-BE49-F238E27FC236}">
                <a16:creationId xmlns:a16="http://schemas.microsoft.com/office/drawing/2014/main" id="{FE642934-F745-13A7-5AF7-291D17C73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22810">
            <a:off x="9988028" y="4905444"/>
            <a:ext cx="1929255" cy="1654998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27CFADC-76E5-2933-FDC8-805DA90652B1}"/>
              </a:ext>
            </a:extLst>
          </p:cNvPr>
          <p:cNvSpPr/>
          <p:nvPr/>
        </p:nvSpPr>
        <p:spPr>
          <a:xfrm>
            <a:off x="4722687" y="5311741"/>
            <a:ext cx="6667928" cy="12637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採用担当の元へデータが送られる</a:t>
            </a:r>
          </a:p>
        </p:txBody>
      </p:sp>
    </p:spTree>
    <p:extLst>
      <p:ext uri="{BB962C8B-B14F-4D97-AF65-F5344CB8AC3E}">
        <p14:creationId xmlns:p14="http://schemas.microsoft.com/office/powerpoint/2010/main" val="3390302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DEB8D-76BB-DF74-221E-6471A6751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2FBFE30-8112-A0F0-389E-97E0B163B267}"/>
              </a:ext>
            </a:extLst>
          </p:cNvPr>
          <p:cNvSpPr/>
          <p:nvPr/>
        </p:nvSpPr>
        <p:spPr>
          <a:xfrm>
            <a:off x="308225" y="184935"/>
            <a:ext cx="5661060" cy="9965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2400" dirty="0">
                <a:solidFill>
                  <a:schemeClr val="accent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採用担当側では、、、</a:t>
            </a:r>
            <a:endParaRPr kumimoji="1" lang="en-US" altLang="ja-JP" sz="2400" dirty="0">
              <a:solidFill>
                <a:schemeClr val="accent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400" dirty="0">
                <a:solidFill>
                  <a:schemeClr val="accent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条件に合わせて検索→一覧表示が可能！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4D9C045F-62C1-D9D4-F454-CE31A01A9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3" y="3969753"/>
            <a:ext cx="10484683" cy="2482417"/>
          </a:xfrm>
          <a:prstGeom prst="rect">
            <a:avLst/>
          </a:prstGeom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5C2E911-D376-8898-41DE-D337D843D3E7}"/>
              </a:ext>
            </a:extLst>
          </p:cNvPr>
          <p:cNvSpPr/>
          <p:nvPr/>
        </p:nvSpPr>
        <p:spPr>
          <a:xfrm>
            <a:off x="8887146" y="2938409"/>
            <a:ext cx="1202076" cy="4212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D83D28F-8AA1-C3E4-B872-E96B32BC92E3}"/>
              </a:ext>
            </a:extLst>
          </p:cNvPr>
          <p:cNvSpPr/>
          <p:nvPr/>
        </p:nvSpPr>
        <p:spPr>
          <a:xfrm>
            <a:off x="883578" y="2178121"/>
            <a:ext cx="3914453" cy="2568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35A4EDD3-CF33-0BC4-5B28-51B9DC1188BE}"/>
              </a:ext>
            </a:extLst>
          </p:cNvPr>
          <p:cNvGrpSpPr/>
          <p:nvPr/>
        </p:nvGrpSpPr>
        <p:grpSpPr>
          <a:xfrm>
            <a:off x="604298" y="1408273"/>
            <a:ext cx="10502066" cy="2281698"/>
            <a:chOff x="676217" y="1213064"/>
            <a:chExt cx="10502066" cy="2281698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59152DC1-C53B-5AC5-6A43-443A1280D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76217" y="1213064"/>
              <a:ext cx="10502066" cy="2281698"/>
            </a:xfrm>
            <a:prstGeom prst="rect">
              <a:avLst/>
            </a:prstGeom>
          </p:spPr>
        </p:pic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6DCBB15-27C3-9D83-ACAA-F9B9A0593D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63030" y="2092815"/>
              <a:ext cx="3852809" cy="436550"/>
            </a:xfrm>
            <a:prstGeom prst="rect">
              <a:avLst/>
            </a:prstGeom>
          </p:spPr>
        </p:pic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D72FD3C7-F3DA-FC74-C50E-506AB5C829B9}"/>
                </a:ext>
              </a:extLst>
            </p:cNvPr>
            <p:cNvSpPr/>
            <p:nvPr/>
          </p:nvSpPr>
          <p:spPr>
            <a:xfrm>
              <a:off x="873303" y="2547991"/>
              <a:ext cx="3904180" cy="30822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8" name="矢印: 下 27">
            <a:extLst>
              <a:ext uri="{FF2B5EF4-FFF2-40B4-BE49-F238E27FC236}">
                <a16:creationId xmlns:a16="http://schemas.microsoft.com/office/drawing/2014/main" id="{28255B2D-61CC-B17A-278D-2E2AE788922C}"/>
              </a:ext>
            </a:extLst>
          </p:cNvPr>
          <p:cNvSpPr/>
          <p:nvPr/>
        </p:nvSpPr>
        <p:spPr>
          <a:xfrm>
            <a:off x="5424755" y="3318553"/>
            <a:ext cx="1150706" cy="80138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9346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EBD4F-744D-F20A-B671-D96691FC7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C6730BD-0009-21C6-01C3-B8C4A6117079}"/>
              </a:ext>
            </a:extLst>
          </p:cNvPr>
          <p:cNvSpPr/>
          <p:nvPr/>
        </p:nvSpPr>
        <p:spPr>
          <a:xfrm>
            <a:off x="5250094" y="1736333"/>
            <a:ext cx="7900827" cy="13767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ja-JP" altLang="en-US" sz="3200" dirty="0">
              <a:solidFill>
                <a:schemeClr val="accent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39AEC700-1252-E878-7221-4DC6E3AB5D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513" y="400275"/>
            <a:ext cx="5141080" cy="6291908"/>
          </a:xfrm>
          <a:prstGeom prst="rect">
            <a:avLst/>
          </a:prstGeom>
        </p:spPr>
      </p:pic>
      <p:sp>
        <p:nvSpPr>
          <p:cNvPr id="9" name="吹き出し: 角を丸めた四角形 8">
            <a:extLst>
              <a:ext uri="{FF2B5EF4-FFF2-40B4-BE49-F238E27FC236}">
                <a16:creationId xmlns:a16="http://schemas.microsoft.com/office/drawing/2014/main" id="{F3E54927-7D64-5D91-627C-ACCA33205F1A}"/>
              </a:ext>
            </a:extLst>
          </p:cNvPr>
          <p:cNvSpPr/>
          <p:nvPr/>
        </p:nvSpPr>
        <p:spPr>
          <a:xfrm>
            <a:off x="6051479" y="431516"/>
            <a:ext cx="6010382" cy="3359648"/>
          </a:xfrm>
          <a:prstGeom prst="wedgeRoundRectCallout">
            <a:avLst>
              <a:gd name="adj1" fmla="val -62785"/>
              <a:gd name="adj2" fmla="val -21966"/>
              <a:gd name="adj3" fmla="val 16667"/>
            </a:avLst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面接状況を</a:t>
            </a:r>
            <a:endParaRPr kumimoji="1" lang="en-US" altLang="ja-JP" sz="32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カレンダーへ反映することで</a:t>
            </a:r>
            <a:endParaRPr kumimoji="1" lang="en-US" altLang="ja-JP" sz="32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予定が見やすく、</a:t>
            </a:r>
            <a:endParaRPr kumimoji="1" lang="en-US" altLang="ja-JP" sz="3200" dirty="0">
              <a:solidFill>
                <a:schemeClr val="tx1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3200" dirty="0">
                <a:solidFill>
                  <a:schemeClr val="tx1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面接設定自体もしやすくなる！</a:t>
            </a:r>
          </a:p>
          <a:p>
            <a:endParaRPr kumimoji="1" lang="ja-JP" altLang="en-US" dirty="0"/>
          </a:p>
        </p:txBody>
      </p:sp>
      <p:pic>
        <p:nvPicPr>
          <p:cNvPr id="18" name="図 17" descr="面接マナーをわかりやすく解説！入室前から退室後までの注意点をイラストでご紹介 | なるほど！ジョブメドレー">
            <a:extLst>
              <a:ext uri="{FF2B5EF4-FFF2-40B4-BE49-F238E27FC236}">
                <a16:creationId xmlns:a16="http://schemas.microsoft.com/office/drawing/2014/main" id="{B0512C40-E762-C398-4282-9571451DCE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291" y="3870788"/>
            <a:ext cx="4516848" cy="275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177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DA55D0-2D78-C3EF-A3DB-EBAE59ED9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3E5B3F9-11BD-45E2-F3A2-6C08DED9711A}"/>
              </a:ext>
            </a:extLst>
          </p:cNvPr>
          <p:cNvSpPr/>
          <p:nvPr/>
        </p:nvSpPr>
        <p:spPr>
          <a:xfrm>
            <a:off x="71919" y="174660"/>
            <a:ext cx="6739847" cy="17568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54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採用管理システム</a:t>
            </a:r>
            <a:r>
              <a:rPr kumimoji="1" lang="ja-JP" altLang="en-US" sz="3200" dirty="0">
                <a:solidFill>
                  <a:srgbClr val="0070C0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とは</a:t>
            </a:r>
            <a:endParaRPr kumimoji="1" lang="ja-JP" altLang="en-US" sz="5400" dirty="0">
              <a:solidFill>
                <a:srgbClr val="0070C0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48A6C7-5C42-97A8-0B77-9B05A9106F9D}"/>
              </a:ext>
            </a:extLst>
          </p:cNvPr>
          <p:cNvSpPr/>
          <p:nvPr/>
        </p:nvSpPr>
        <p:spPr>
          <a:xfrm>
            <a:off x="760288" y="1417833"/>
            <a:ext cx="10417995" cy="48391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★応募者情報を一括管理できる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bg2"/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★面接設定状況・応募状況が一覧でわかる</a:t>
            </a:r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endParaRPr kumimoji="1" lang="en-US" altLang="ja-JP" sz="2800" dirty="0">
              <a:solidFill>
                <a:schemeClr val="bg2"/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⇒採用数の増加に向けたアクションの見える化を実現し、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情報共有時間の効率化・面接日程設定までの時間短縮による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r>
              <a:rPr kumimoji="1" lang="ja-JP" altLang="en-US" sz="2800" dirty="0">
                <a:solidFill>
                  <a:schemeClr val="accent1">
                    <a:lumMod val="60000"/>
                    <a:lumOff val="40000"/>
                  </a:schemeClr>
                </a:solidFill>
                <a:latin typeface="HGP創英角ﾎﾟｯﾌﾟ体" panose="040B0A00000000000000" pitchFamily="50" charset="-128"/>
                <a:ea typeface="HGP創英角ﾎﾟｯﾌﾟ体" panose="040B0A00000000000000" pitchFamily="50" charset="-128"/>
              </a:rPr>
              <a:t>　面接設定件数の増加・採用数の増加を図る。</a:t>
            </a:r>
            <a:endParaRPr kumimoji="1" lang="en-US" altLang="ja-JP" sz="2800" dirty="0">
              <a:solidFill>
                <a:schemeClr val="accent1">
                  <a:lumMod val="60000"/>
                  <a:lumOff val="40000"/>
                </a:schemeClr>
              </a:solidFill>
              <a:latin typeface="HGP創英角ﾎﾟｯﾌﾟ体" panose="040B0A00000000000000" pitchFamily="50" charset="-128"/>
              <a:ea typeface="HGP創英角ﾎﾟｯﾌﾟ体" panose="040B0A00000000000000" pitchFamily="50" charset="-128"/>
            </a:endParaRPr>
          </a:p>
          <a:p>
            <a:pPr algn="ctr"/>
            <a:endParaRPr kumimoji="1" lang="ja-JP" altLang="en-US" dirty="0">
              <a:solidFill>
                <a:schemeClr val="bg2"/>
              </a:solidFill>
            </a:endParaRPr>
          </a:p>
        </p:txBody>
      </p:sp>
      <p:pic>
        <p:nvPicPr>
          <p:cNvPr id="5" name="図 4" descr="採用のゴム印 イラスト素材 [1065676] - フォトライブラリー">
            <a:extLst>
              <a:ext uri="{FF2B5EF4-FFF2-40B4-BE49-F238E27FC236}">
                <a16:creationId xmlns:a16="http://schemas.microsoft.com/office/drawing/2014/main" id="{14F822B3-1CD7-90FF-C7B7-E84CBC47C4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15468">
            <a:off x="7910696" y="275123"/>
            <a:ext cx="3905951" cy="2962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165339"/>
      </p:ext>
    </p:extLst>
  </p:cSld>
  <p:clrMapOvr>
    <a:masterClrMapping/>
  </p:clrMapOvr>
</p:sld>
</file>

<file path=ppt/theme/theme1.xml><?xml version="1.0" encoding="utf-8"?>
<a:theme xmlns:a="http://schemas.openxmlformats.org/drawingml/2006/main" name="エディトリアル">
  <a:themeElements>
    <a:clrScheme name="エディトリアル">
      <a:dk1>
        <a:sysClr val="windowText" lastClr="000000"/>
      </a:dk1>
      <a:lt1>
        <a:sysClr val="window" lastClr="FFFFFF"/>
      </a:lt1>
      <a:dk2>
        <a:srgbClr val="171717"/>
      </a:dk2>
      <a:lt2>
        <a:srgbClr val="F7F6F3"/>
      </a:lt2>
      <a:accent1>
        <a:srgbClr val="C8350F"/>
      </a:accent1>
      <a:accent2>
        <a:srgbClr val="B6A992"/>
      </a:accent2>
      <a:accent3>
        <a:srgbClr val="D59A6D"/>
      </a:accent3>
      <a:accent4>
        <a:srgbClr val="C7793D"/>
      </a:accent4>
      <a:accent5>
        <a:srgbClr val="DB8464"/>
      </a:accent5>
      <a:accent6>
        <a:srgbClr val="3F7699"/>
      </a:accent6>
      <a:hlink>
        <a:srgbClr val="C8350F"/>
      </a:hlink>
      <a:folHlink>
        <a:srgbClr val="DB8464"/>
      </a:folHlink>
    </a:clrScheme>
    <a:fontScheme name="Custom 22">
      <a:majorFont>
        <a:latin typeface="Haettenschweiler"/>
        <a:ea typeface=""/>
        <a:cs typeface=""/>
      </a:majorFont>
      <a:minorFont>
        <a:latin typeface="Trade Gothic Nex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Editorial" id="{71EC1670-473B-4381-BA1C-B02CC96DD716}" vid="{C5D3EF77-ADD0-40FD-A769-C339DAE739D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Editorial</Template>
  <TotalTime>106</TotalTime>
  <Words>148</Words>
  <Application>Microsoft Office PowerPoint</Application>
  <PresentationFormat>ワイド画面</PresentationFormat>
  <Paragraphs>25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HGP創英角ﾎﾟｯﾌﾟ体</vt:lpstr>
      <vt:lpstr>Aptos</vt:lpstr>
      <vt:lpstr>Arial</vt:lpstr>
      <vt:lpstr>Haettenschweiler</vt:lpstr>
      <vt:lpstr>Trade Gothic Next Light</vt:lpstr>
      <vt:lpstr>エディトリアル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渡辺のぞみ</dc:creator>
  <cp:lastModifiedBy>渡辺のぞみ</cp:lastModifiedBy>
  <cp:revision>2</cp:revision>
  <dcterms:created xsi:type="dcterms:W3CDTF">2026-10-01T12:47:43Z</dcterms:created>
  <dcterms:modified xsi:type="dcterms:W3CDTF">2026-10-07T13:14:29Z</dcterms:modified>
</cp:coreProperties>
</file>